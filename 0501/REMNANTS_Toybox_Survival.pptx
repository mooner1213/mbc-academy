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1D6C38-7A31-FC64-5ACB-4C64E9979C85}"/>
              </a:ext>
            </a:extLst>
          </p:cNvPr>
          <p:cNvSpPr txBox="1"/>
          <p:nvPr/>
        </p:nvSpPr>
        <p:spPr>
          <a:xfrm>
            <a:off x="4408872" y="8382000"/>
            <a:ext cx="7438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빠른 요약은 맨 뒤 </a:t>
            </a:r>
            <a:r>
              <a:rPr lang="ko-KR" altLang="en-US" sz="280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두페이지에 적어두었습니다</a:t>
            </a:r>
            <a:r>
              <a:rPr lang="en-US" altLang="ko-KR" sz="2800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.</a:t>
            </a:r>
            <a:endParaRPr lang="ko-KR" altLang="en-US" sz="2800" dirty="0">
              <a:solidFill>
                <a:schemeClr val="bg1">
                  <a:lumMod val="95000"/>
                </a:schemeClr>
              </a:solidFill>
              <a:highlight>
                <a:srgbClr val="000000"/>
              </a:highlight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" y="-76200"/>
            <a:ext cx="16256000" cy="9067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3F4B7C-304C-45F1-B221-116F0F24DA8D}"/>
              </a:ext>
            </a:extLst>
          </p:cNvPr>
          <p:cNvSpPr txBox="1"/>
          <p:nvPr/>
        </p:nvSpPr>
        <p:spPr>
          <a:xfrm>
            <a:off x="889000" y="2023074"/>
            <a:ext cx="60015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배경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: 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장롱 깊숙한 곳의 종착지</a:t>
            </a:r>
            <a:endParaRPr lang="en-US" altLang="ko-KR" b="1" dirty="0">
              <a:solidFill>
                <a:schemeClr val="accent2">
                  <a:lumMod val="75000"/>
                </a:schemeClr>
              </a:solidFill>
              <a:effectLst/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 marL="342900" indent="-342900">
              <a:buAutoNum type="arabicPeriod"/>
            </a:pPr>
            <a:endParaRPr lang="ko-KR" altLang="en-US" b="1" dirty="0">
              <a:effectLst/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chemeClr val="tx2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공통의 꿈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: 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모든 장난감은 </a:t>
            </a:r>
            <a:r>
              <a:rPr lang="ko-KR" altLang="en-US" dirty="0">
                <a:solidFill>
                  <a:srgbClr val="002060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주인과 놀며 즐거움을 주는 것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을 존재 이유로 삼습니다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dirty="0">
              <a:effectLst/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chemeClr val="tx2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비극의 시작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: 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주인의 관심에서 멀어져 더 이상 즐거움을 주지 못하게 된 장난감들은 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'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장롱 속 장난감 상자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'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에 버려지며 </a:t>
            </a:r>
            <a:r>
              <a:rPr lang="ko-KR" altLang="en-US" dirty="0">
                <a:solidFill>
                  <a:srgbClr val="C00000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폐기 처분의 공포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를 마주합니다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C28D78-6418-12E9-D1E2-839073BD0417}"/>
              </a:ext>
            </a:extLst>
          </p:cNvPr>
          <p:cNvSpPr txBox="1"/>
          <p:nvPr/>
        </p:nvSpPr>
        <p:spPr>
          <a:xfrm>
            <a:off x="8490712" y="2084528"/>
            <a:ext cx="71445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2. 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갈등의 발단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: 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왕관 스티커와 생존</a:t>
            </a:r>
            <a:endParaRPr lang="en-US" altLang="ko-KR" b="1" dirty="0">
              <a:solidFill>
                <a:schemeClr val="accent2">
                  <a:lumMod val="75000"/>
                </a:schemeClr>
              </a:solidFill>
              <a:effectLst/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>
              <a:buNone/>
            </a:pPr>
            <a:endParaRPr lang="ko-KR" altLang="en-US" b="1" dirty="0">
              <a:effectLst/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chemeClr val="tx2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생존의 증표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: 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주인은 점검 시간마다 자신이 </a:t>
            </a:r>
            <a:r>
              <a:rPr lang="ko-KR" altLang="en-US" dirty="0">
                <a:solidFill>
                  <a:srgbClr val="C00000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좋아하는 장난감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에게 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'</a:t>
            </a:r>
            <a:r>
              <a:rPr lang="ko-KR" altLang="en-US" dirty="0">
                <a:effectLst/>
                <a:highlight>
                  <a:srgbClr val="FFFF00"/>
                </a:highlight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왕관 스티커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'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를 붙여주며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, 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이 스티커가 없는 장난감은 영원히 </a:t>
            </a:r>
            <a:r>
              <a:rPr lang="ko-KR" altLang="en-US" dirty="0">
                <a:solidFill>
                  <a:srgbClr val="C00000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버려집니다</a:t>
            </a:r>
            <a:r>
              <a:rPr lang="en-US" altLang="ko-KR" dirty="0">
                <a:solidFill>
                  <a:srgbClr val="C00000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.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dirty="0">
              <a:effectLst/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chemeClr val="tx2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사건의 전환점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: 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어느 날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,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주인이 실수로 상자 안에 두고 간 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'</a:t>
            </a:r>
            <a:r>
              <a:rPr lang="ko-KR" altLang="en-US" dirty="0">
                <a:effectLst/>
                <a:highlight>
                  <a:srgbClr val="FFFF00"/>
                </a:highlight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스티커 뭉치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'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를 발견하면서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, 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공존하던 장난감들은 이를 </a:t>
            </a:r>
            <a:r>
              <a:rPr lang="ko-KR" altLang="en-US" dirty="0">
                <a:solidFill>
                  <a:srgbClr val="C00000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독점하려는 자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와 </a:t>
            </a:r>
            <a:r>
              <a:rPr lang="ko-KR" altLang="en-US" dirty="0">
                <a:solidFill>
                  <a:schemeClr val="tx2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나누려는 자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들로 나뉩니다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622AC3-FFE7-2ABA-D1E1-7A9DC9F4E6A0}"/>
              </a:ext>
            </a:extLst>
          </p:cNvPr>
          <p:cNvSpPr txBox="1"/>
          <p:nvPr/>
        </p:nvSpPr>
        <p:spPr>
          <a:xfrm>
            <a:off x="889000" y="4953000"/>
            <a:ext cx="71333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3. 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대립하는 두 세력</a:t>
            </a:r>
            <a:endParaRPr lang="en-US" altLang="ko-KR" b="1" dirty="0">
              <a:solidFill>
                <a:schemeClr val="accent2">
                  <a:lumMod val="75000"/>
                </a:schemeClr>
              </a:solidFill>
              <a:effectLst/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>
              <a:buNone/>
            </a:pPr>
            <a:endParaRPr lang="ko-KR" altLang="en-US" b="1" dirty="0">
              <a:effectLst/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 err="1">
                <a:solidFill>
                  <a:schemeClr val="tx2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할로우</a:t>
            </a:r>
            <a:r>
              <a:rPr lang="ko-KR" altLang="en-US" b="1" dirty="0">
                <a:solidFill>
                  <a:schemeClr val="tx2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캐슬 </a:t>
            </a:r>
            <a:r>
              <a:rPr lang="en-US" altLang="ko-KR" b="1" dirty="0">
                <a:solidFill>
                  <a:schemeClr val="tx2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(Hollow Castle)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: 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스티커 뭉치를 </a:t>
            </a:r>
            <a:r>
              <a:rPr lang="ko-KR" altLang="en-US" dirty="0">
                <a:solidFill>
                  <a:srgbClr val="C00000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강탈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하고 </a:t>
            </a:r>
            <a:r>
              <a:rPr lang="ko-KR" altLang="en-US" dirty="0">
                <a:solidFill>
                  <a:srgbClr val="C00000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상자 안의 성을 차지한 세력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입니다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. 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이들은 </a:t>
            </a:r>
            <a:r>
              <a:rPr lang="ko-KR" altLang="en-US" dirty="0">
                <a:solidFill>
                  <a:srgbClr val="C00000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완벽한 모습만 살아남는다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는 </a:t>
            </a:r>
            <a:r>
              <a:rPr lang="ko-KR" altLang="en-US" dirty="0" err="1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명목하에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다른 장난감들을 </a:t>
            </a:r>
            <a:r>
              <a:rPr lang="ko-KR" altLang="en-US" dirty="0">
                <a:solidFill>
                  <a:srgbClr val="FF0000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해체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하여 본인의 몸에 </a:t>
            </a:r>
            <a:r>
              <a:rPr lang="ko-KR" altLang="en-US" dirty="0">
                <a:solidFill>
                  <a:srgbClr val="FF0000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이식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하는 사치스럽고 기괴한 방식을 택했습니다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dirty="0">
              <a:effectLst/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 err="1">
                <a:solidFill>
                  <a:schemeClr val="tx2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러스트</a:t>
            </a:r>
            <a:r>
              <a:rPr lang="ko-KR" altLang="en-US" b="1" dirty="0">
                <a:solidFill>
                  <a:schemeClr val="tx2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</a:t>
            </a:r>
            <a:r>
              <a:rPr lang="ko-KR" altLang="en-US" b="1" dirty="0" err="1">
                <a:solidFill>
                  <a:schemeClr val="tx2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레지스턴스</a:t>
            </a:r>
            <a:r>
              <a:rPr lang="ko-KR" altLang="en-US" b="1" dirty="0">
                <a:solidFill>
                  <a:schemeClr val="tx2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</a:t>
            </a:r>
            <a:r>
              <a:rPr lang="en-US" altLang="ko-KR" b="1" dirty="0">
                <a:solidFill>
                  <a:schemeClr val="tx2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(Rust Resistance)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: 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상자 밑바닥에서 버티는 </a:t>
            </a:r>
            <a:r>
              <a:rPr lang="ko-KR" altLang="en-US" dirty="0">
                <a:solidFill>
                  <a:srgbClr val="002060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초라한 장난감들의 연합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입니다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. 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생존을 위해 어쩔 수 없이 무기를 들었으며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, </a:t>
            </a:r>
            <a:r>
              <a:rPr lang="ko-KR" altLang="en-US" dirty="0">
                <a:solidFill>
                  <a:srgbClr val="C00000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동료를 해체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하는 대신 </a:t>
            </a:r>
            <a:r>
              <a:rPr lang="ko-KR" altLang="en-US" dirty="0">
                <a:solidFill>
                  <a:schemeClr val="tx2">
                    <a:lumMod val="75000"/>
                  </a:schemeClr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스티커를 탈환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하여 모두가 함께 살아남는 미래를 꿈꿉니다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8CFC5-C1C0-BA80-06C5-386625E22C0A}"/>
              </a:ext>
            </a:extLst>
          </p:cNvPr>
          <p:cNvSpPr txBox="1"/>
          <p:nvPr/>
        </p:nvSpPr>
        <p:spPr>
          <a:xfrm>
            <a:off x="8666988" y="5783996"/>
            <a:ext cx="679196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4. 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결론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: 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피할 수 없는 전쟁</a:t>
            </a:r>
            <a:endParaRPr lang="en-US" altLang="ko-KR" b="1" dirty="0">
              <a:solidFill>
                <a:schemeClr val="accent2">
                  <a:lumMod val="75000"/>
                </a:schemeClr>
              </a:solidFill>
              <a:effectLst/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>
              <a:buNone/>
            </a:pPr>
            <a:endParaRPr lang="ko-KR" altLang="en-US" b="1" dirty="0">
              <a:effectLst/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처절한 생존 투쟁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: </a:t>
            </a:r>
            <a:r>
              <a:rPr lang="ko-KR" altLang="en-US" dirty="0">
                <a:solidFill>
                  <a:srgbClr val="C00000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상품 가치가 떨어지면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(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부서지면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) </a:t>
            </a:r>
            <a:r>
              <a:rPr lang="ko-KR" altLang="en-US" dirty="0">
                <a:solidFill>
                  <a:srgbClr val="FF0000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버려진다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는 것을 알기에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, 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장난감들은 </a:t>
            </a:r>
            <a:r>
              <a:rPr lang="ko-KR" altLang="en-US" dirty="0">
                <a:solidFill>
                  <a:srgbClr val="002060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역설적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으로 살아남기 위해 </a:t>
            </a:r>
            <a:r>
              <a:rPr lang="ko-KR" altLang="en-US" dirty="0">
                <a:solidFill>
                  <a:srgbClr val="C00000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상대를 파괴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하고 </a:t>
            </a:r>
            <a:r>
              <a:rPr lang="ko-KR" altLang="en-US" dirty="0">
                <a:solidFill>
                  <a:srgbClr val="C00000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스티커를 </a:t>
            </a:r>
            <a:r>
              <a:rPr lang="ko-KR" altLang="en-US" dirty="0" err="1">
                <a:solidFill>
                  <a:srgbClr val="C00000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뺏어</a:t>
            </a:r>
            <a:r>
              <a:rPr lang="ko-KR" altLang="en-US" dirty="0" err="1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야만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하는 </a:t>
            </a:r>
            <a:r>
              <a:rPr lang="ko-KR" altLang="en-US" sz="2000" dirty="0">
                <a:solidFill>
                  <a:srgbClr val="0070C0"/>
                </a:solidFill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비극적인 전쟁</a:t>
            </a:r>
            <a:r>
              <a:rPr lang="ko-KR" altLang="en-US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에 돌입합니다</a:t>
            </a:r>
            <a:r>
              <a:rPr lang="en-US" altLang="ko-KR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1D3825-4102-F1F5-1414-E4AD2451D53A}"/>
              </a:ext>
            </a:extLst>
          </p:cNvPr>
          <p:cNvSpPr txBox="1"/>
          <p:nvPr/>
        </p:nvSpPr>
        <p:spPr>
          <a:xfrm>
            <a:off x="4209543" y="927443"/>
            <a:ext cx="76255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이해 안될 부분을 위한 세계관 추가 설명입니다</a:t>
            </a:r>
            <a:r>
              <a:rPr lang="en-US" altLang="ko-KR" sz="2800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36EF4-5C32-E5EC-1FDD-C1E62D8F4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C167F8D-25E0-E755-9553-9FC82ACFA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" y="-76200"/>
            <a:ext cx="16256000" cy="9067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9C7128-C67B-E2D2-AE62-059382E769E9}"/>
              </a:ext>
            </a:extLst>
          </p:cNvPr>
          <p:cNvSpPr txBox="1"/>
          <p:nvPr/>
        </p:nvSpPr>
        <p:spPr>
          <a:xfrm>
            <a:off x="5222114" y="914080"/>
            <a:ext cx="47566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스토리 과거</a:t>
            </a:r>
            <a:r>
              <a:rPr lang="ko-KR" altLang="en-US" sz="2800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요약 설명입니다</a:t>
            </a:r>
            <a:r>
              <a:rPr lang="en-US" altLang="ko-KR" sz="2800" dirty="0">
                <a:effectLst/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C29226-77A8-1EAE-E671-9CD0C0FDDF3C}"/>
              </a:ext>
            </a:extLst>
          </p:cNvPr>
          <p:cNvSpPr txBox="1"/>
          <p:nvPr/>
        </p:nvSpPr>
        <p:spPr>
          <a:xfrm>
            <a:off x="965200" y="1995100"/>
            <a:ext cx="5791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평화로웠던 상자 안의 공동체</a:t>
            </a:r>
            <a:endParaRPr lang="en-US" altLang="ko-KR" b="1" dirty="0">
              <a:solidFill>
                <a:schemeClr val="accent2">
                  <a:lumMod val="75000"/>
                </a:schemeClr>
              </a:solidFill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 marL="342900" indent="-342900">
              <a:buAutoNum type="arabicPeriod"/>
            </a:pPr>
            <a:endParaRPr lang="ko-KR" altLang="en-US" b="1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과거 장난감 상자 안의 장난감들은 서로를 돕고 수선해주며 </a:t>
            </a:r>
            <a:r>
              <a:rPr lang="ko-KR" altLang="en-US" dirty="0">
                <a:solidFill>
                  <a:schemeClr val="accent3">
                    <a:lumMod val="50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평화롭게 공존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했습니다</a:t>
            </a:r>
            <a:r>
              <a:rPr lang="en-US" altLang="ko-KR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비록 언제 버려질지 모른다는 </a:t>
            </a:r>
            <a:r>
              <a:rPr lang="ko-KR" altLang="en-US" dirty="0">
                <a:solidFill>
                  <a:srgbClr val="C00000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공포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는 있었으나</a:t>
            </a:r>
            <a:r>
              <a:rPr lang="en-US" altLang="ko-KR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, 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그들은 </a:t>
            </a:r>
            <a:r>
              <a:rPr lang="en-US" altLang="ko-KR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'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함께 살아남고 행복하자</a:t>
            </a:r>
            <a:r>
              <a:rPr lang="en-US" altLang="ko-KR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'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는 마음으로 주인의 사랑을 기다리던 </a:t>
            </a:r>
            <a:r>
              <a:rPr lang="ko-KR" altLang="en-US" dirty="0">
                <a:solidFill>
                  <a:schemeClr val="accent3">
                    <a:lumMod val="50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연대 관계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였습니다</a:t>
            </a:r>
            <a:r>
              <a:rPr lang="en-US" altLang="ko-KR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F352CA-8E02-A55C-5D1A-C7157D144B7F}"/>
              </a:ext>
            </a:extLst>
          </p:cNvPr>
          <p:cNvSpPr txBox="1"/>
          <p:nvPr/>
        </p:nvSpPr>
        <p:spPr>
          <a:xfrm>
            <a:off x="8356600" y="1995100"/>
            <a:ext cx="5791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2. 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사건의 발단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: '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왕관 스티커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' 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뭉치의 발견</a:t>
            </a:r>
            <a:endParaRPr lang="en-US" altLang="ko-KR" b="1" dirty="0">
              <a:solidFill>
                <a:schemeClr val="accent2">
                  <a:lumMod val="75000"/>
                </a:schemeClr>
              </a:solidFill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>
              <a:buNone/>
            </a:pPr>
            <a:endParaRPr lang="ko-KR" altLang="en-US" b="1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어느 날</a:t>
            </a:r>
            <a:r>
              <a:rPr lang="en-US" altLang="ko-KR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, 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장난감 상자 점검 중</a:t>
            </a:r>
            <a:r>
              <a:rPr lang="en-US" altLang="ko-KR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주인이 실수로 </a:t>
            </a:r>
            <a:r>
              <a:rPr lang="ko-KR" altLang="en-US" dirty="0">
                <a:solidFill>
                  <a:srgbClr val="FFFF00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왕관 스티커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가 잔뜩 붙은 종이를 상자 안에 두고 가는 사건이 발생합니다</a:t>
            </a:r>
            <a:r>
              <a:rPr lang="en-US" altLang="ko-KR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장난감들은 이제 모두가 한동안 폐기 처분의 공포 없이 </a:t>
            </a:r>
            <a:r>
              <a:rPr lang="ko-KR" altLang="en-US" dirty="0">
                <a:solidFill>
                  <a:schemeClr val="tx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살아남을 수 있을 것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이라며 환호하고 기뻐했습니다</a:t>
            </a:r>
            <a:r>
              <a:rPr lang="en-US" altLang="ko-KR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7A7706-23D0-E3DA-E5BC-01E0A2BB4387}"/>
              </a:ext>
            </a:extLst>
          </p:cNvPr>
          <p:cNvSpPr txBox="1"/>
          <p:nvPr/>
        </p:nvSpPr>
        <p:spPr>
          <a:xfrm>
            <a:off x="818642" y="5398376"/>
            <a:ext cx="69283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3. 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배신의 순간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: '</a:t>
            </a:r>
            <a:r>
              <a:rPr lang="ko-KR" altLang="en-US" b="1" dirty="0" err="1">
                <a:solidFill>
                  <a:schemeClr val="accent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할로우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캐슬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'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의 탄생</a:t>
            </a:r>
            <a:endParaRPr lang="en-US" altLang="ko-KR" b="1" dirty="0">
              <a:solidFill>
                <a:schemeClr val="accent2">
                  <a:lumMod val="75000"/>
                </a:schemeClr>
              </a:solidFill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>
              <a:buNone/>
            </a:pPr>
            <a:endParaRPr lang="ko-KR" altLang="en-US" b="1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하지만 </a:t>
            </a:r>
            <a:r>
              <a:rPr lang="ko-KR" altLang="en-US" dirty="0">
                <a:solidFill>
                  <a:schemeClr val="tx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즐거움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은 오래가지 않았습니다</a:t>
            </a:r>
            <a:r>
              <a:rPr lang="en-US" altLang="ko-KR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. 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지금의 </a:t>
            </a:r>
            <a:r>
              <a:rPr lang="en-US" altLang="ko-KR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'</a:t>
            </a:r>
            <a:r>
              <a:rPr lang="ko-KR" altLang="en-US" dirty="0" err="1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할로우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캐슬</a:t>
            </a:r>
            <a:r>
              <a:rPr lang="en-US" altLang="ko-KR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' 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세력이 된 이들은 그 스티커를 독점하기 위해 </a:t>
            </a:r>
            <a:r>
              <a:rPr lang="ko-KR" altLang="en-US" dirty="0">
                <a:solidFill>
                  <a:srgbClr val="C00000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날카로운 플라스틱 조각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을 무기 삼아 다른 장난감들을 위협하며 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스티커를 가로챘습니다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그들은 항의하는 장난감들을 가차 없이 </a:t>
            </a:r>
            <a:r>
              <a:rPr lang="ko-KR" altLang="en-US" dirty="0">
                <a:solidFill>
                  <a:srgbClr val="FF0000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해체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하고</a:t>
            </a:r>
            <a:r>
              <a:rPr lang="en-US" altLang="ko-KR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, 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그들의 좋은 부품만을 빼앗아 자신들의 몸을 고치는 </a:t>
            </a:r>
            <a:r>
              <a:rPr lang="ko-KR" altLang="en-US" dirty="0">
                <a:solidFill>
                  <a:srgbClr val="FF0000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잔인함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을 보였습니다</a:t>
            </a:r>
            <a:r>
              <a:rPr lang="en-US" altLang="ko-KR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CFB2A0-2675-94BF-0486-8E017ED09DFA}"/>
              </a:ext>
            </a:extLst>
          </p:cNvPr>
          <p:cNvSpPr txBox="1"/>
          <p:nvPr/>
        </p:nvSpPr>
        <p:spPr>
          <a:xfrm>
            <a:off x="8173467" y="5424100"/>
            <a:ext cx="66593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4. 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비극의 고착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: 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돌이킬 수 없는 증오</a:t>
            </a:r>
            <a:endParaRPr lang="en-US" altLang="ko-KR" b="1" dirty="0">
              <a:solidFill>
                <a:schemeClr val="accent2">
                  <a:lumMod val="75000"/>
                </a:schemeClr>
              </a:solidFill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>
              <a:buNone/>
            </a:pPr>
            <a:endParaRPr lang="ko-KR" altLang="en-US" b="1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이 사건을 계기로 상자는 </a:t>
            </a:r>
            <a:r>
              <a:rPr lang="en-US" altLang="ko-KR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'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화려하게 개조된 배신자들</a:t>
            </a:r>
            <a:r>
              <a:rPr lang="en-US" altLang="ko-KR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'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과 </a:t>
            </a:r>
            <a:r>
              <a:rPr lang="en-US" altLang="ko-KR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'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상처 입고 버림받은 </a:t>
            </a:r>
            <a:r>
              <a:rPr lang="ko-KR" altLang="en-US" dirty="0" err="1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저항군</a:t>
            </a:r>
            <a:r>
              <a:rPr lang="en-US" altLang="ko-KR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'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으로 </a:t>
            </a:r>
            <a:r>
              <a:rPr lang="ko-KR" altLang="en-US" dirty="0">
                <a:solidFill>
                  <a:srgbClr val="FF0000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갈라졌습니다</a:t>
            </a:r>
            <a:r>
              <a:rPr lang="en-US" altLang="ko-KR" dirty="0">
                <a:solidFill>
                  <a:srgbClr val="FF0000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함께 </a:t>
            </a:r>
            <a:r>
              <a:rPr lang="ko-KR" altLang="en-US" dirty="0" err="1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행복하자던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과거의 맹세는 사라지고</a:t>
            </a:r>
            <a:r>
              <a:rPr lang="en-US" altLang="ko-KR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, 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이제는 상대의 스티커를 뺏거나 창고를 파괴해야만 내가 살아남는 </a:t>
            </a:r>
            <a:r>
              <a:rPr lang="ko-KR" altLang="en-US" dirty="0">
                <a:solidFill>
                  <a:srgbClr val="FF0000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잔혹한 전쟁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만이 남게 되었습니다</a:t>
            </a:r>
            <a:r>
              <a:rPr lang="en-US" altLang="ko-KR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639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414</Words>
  <Application>Microsoft Office PowerPoint</Application>
  <PresentationFormat>사용자 지정</PresentationFormat>
  <Paragraphs>41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Noto Serif KR Black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MBC</dc:creator>
  <cp:lastModifiedBy>MBC</cp:lastModifiedBy>
  <cp:revision>2</cp:revision>
  <dcterms:created xsi:type="dcterms:W3CDTF">2006-08-16T00:00:00Z</dcterms:created>
  <dcterms:modified xsi:type="dcterms:W3CDTF">2026-05-01T09:12:12Z</dcterms:modified>
</cp:coreProperties>
</file>