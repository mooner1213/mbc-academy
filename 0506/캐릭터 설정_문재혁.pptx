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62" r:id="rId4"/>
    <p:sldId id="263" r:id="rId5"/>
    <p:sldId id="264" r:id="rId6"/>
    <p:sldId id="266" r:id="rId7"/>
    <p:sldId id="26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CCC8F2"/>
    <a:srgbClr val="BEC4F0"/>
    <a:srgbClr val="F0EABA"/>
    <a:srgbClr val="BBEDA9"/>
    <a:srgbClr val="EAE4F8"/>
    <a:srgbClr val="A8EC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63"/>
    <p:restoredTop sz="95152" autoAdjust="0"/>
  </p:normalViewPr>
  <p:slideViewPr>
    <p:cSldViewPr snapToGrid="0" snapToObjects="1">
      <p:cViewPr varScale="1">
        <p:scale>
          <a:sx n="105" d="100"/>
          <a:sy n="105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88D9E-6F30-4F49-B4B7-BE3EA2C77AF0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3280A-A840-4DC5-B553-BA431689E7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219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83280A-A840-4DC5-B553-BA431689E78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431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FD86B-A7F0-8E18-90FF-E8859B0A4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F0D399-7B6B-3386-154B-CB8014C6A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9A96D9-CFA1-87A4-B527-C6243ED40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047175-117E-AEDD-E2C9-DC6705F33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83280A-A840-4DC5-B553-BA431689E7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054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338DF-9B65-8DDB-A6F2-22474390C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5F3602-8E23-5343-64DE-085D23284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986381-FCA3-2EB4-628B-CBA764986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EEB1A2-4DA7-5E4A-55FE-D701F069FB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83280A-A840-4DC5-B553-BA431689E7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436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CE402-EB6B-6CC2-EA83-BCC5E885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016545-A545-1E34-7871-2986F2726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4FA46-5E3E-F12D-FC70-18F5A24F5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6695A6-F4EB-CA01-A1AF-1914C12CC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83280A-A840-4DC5-B553-BA431689E7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989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22F4A-8882-F3F7-6A90-196E45A1D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D1E58D-B0E7-E184-3036-042DCE063A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1E6018-4CCB-FB79-F3F5-ACD77F37C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9A2898-230C-A3C7-E264-6D2CD07B7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83280A-A840-4DC5-B553-BA431689E7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016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BD3DF-4999-020B-37F1-87D0986D7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C2C151-ABE6-60CA-80E3-CF018C79E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E18688-BD0E-5F1E-2B9C-224530742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D8DC8F-62B6-CF4F-C13F-D68B0785B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83280A-A840-4DC5-B553-BA431689E7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33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747833-16AB-2845-847C-8C8D2C402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95ED-FFD8-5549-B64B-3BD93C7E3641}" type="datetimeFigureOut">
              <a:rPr kumimoji="1" lang="ko-KR" altLang="en-US" smtClean="0"/>
              <a:t>2026-05-06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41F8E0-6371-6F47-908E-40241B09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FC60D-EE99-8F4E-A809-0C41573A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EE77-4396-E546-A416-B2FBDA0CC03D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66FB88C-9C54-FC49-BA03-7C2A6F623E5A}"/>
              </a:ext>
            </a:extLst>
          </p:cNvPr>
          <p:cNvSpPr/>
          <p:nvPr userDrawn="1"/>
        </p:nvSpPr>
        <p:spPr>
          <a:xfrm>
            <a:off x="9444121" y="5098431"/>
            <a:ext cx="493061" cy="493061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AE41151-31A2-443E-A9BF-3D47BB90EC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44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9796D71-D3D5-4031-90CD-63C9E798A5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29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1DC823E1-BE50-1A4B-B480-C8F2C5ABA0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F7D95ED-FFD8-5549-B64B-3BD93C7E3641}" type="datetimeFigureOut">
              <a:rPr kumimoji="1" lang="ko-KR" altLang="en-US" smtClean="0"/>
              <a:t>2026-05-06</a:t>
            </a:fld>
            <a:endParaRPr kumimoji="1"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1B2DC7C8-A286-5A49-8BF3-C583DD10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17BB3EA1-9271-D74E-AF80-ED3E9F4B5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81EE77-4396-E546-A416-B2FBDA0CC03D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5FF7857-D73E-2048-8BAF-0628F70CB67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8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E8200B0-E149-E949-AD0B-B2E0F6A9F5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52748" y="0"/>
            <a:ext cx="2039252" cy="24003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80B907D-1AA0-4C45-9E43-6615EAE82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334" y="4526600"/>
            <a:ext cx="1980716" cy="23314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B01965B-60B6-BE4E-9A04-4C54816596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48" t="68344" b="16500"/>
          <a:stretch/>
        </p:blipFill>
        <p:spPr>
          <a:xfrm rot="20560522">
            <a:off x="-53007" y="0"/>
            <a:ext cx="1664908" cy="111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938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B96F9-4526-1D4C-8974-03F6C0CFA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BDFE85-B9FE-ED4E-89D6-471593A44C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72F9DC-444C-0643-8CE3-B2B29D52C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B178BF-3DD8-E941-97F3-1CED84399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95ED-FFD8-5549-B64B-3BD93C7E3641}" type="datetimeFigureOut">
              <a:rPr kumimoji="1" lang="ko-KR" altLang="en-US" smtClean="0"/>
              <a:t>2026-05-06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4F456B-063E-954B-A493-C0AE9392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86D655-1C8B-554A-AA01-AB9AA12D5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EE77-4396-E546-A416-B2FBDA0CC03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7674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3A3C9-8517-A34B-8ECE-35E4DA210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35C387-F7E5-724C-8B02-CFEF508A0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FB801F-2FD6-2D4D-8521-D197947A6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EABA2E-F091-784E-B49D-CE518BFC0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E0B63AA-43CB-2C4B-83CF-13B66FEE3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5D19DAF-F20A-5D4E-81BD-E011145D0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95ED-FFD8-5549-B64B-3BD93C7E3641}" type="datetimeFigureOut">
              <a:rPr kumimoji="1" lang="ko-KR" altLang="en-US" smtClean="0"/>
              <a:t>2026-05-06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67E528-6C28-164E-994E-812C91CBF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53F54B-071C-3C48-A17B-5025B572D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EE77-4396-E546-A416-B2FBDA0CC03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37257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3A7D63-CADC-2E4A-91EE-489A99992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3625727-BBE8-294F-9C33-314D34065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95ED-FFD8-5549-B64B-3BD93C7E3641}" type="datetimeFigureOut">
              <a:rPr kumimoji="1" lang="ko-KR" altLang="en-US" smtClean="0"/>
              <a:t>2026-05-06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01732E-A05B-6D40-B2EE-E9E554222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90C8B8-1467-6940-9907-C6553AFF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EE77-4396-E546-A416-B2FBDA0CC03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4771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F74032-B712-0B4D-B3DA-EEAA91608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95ED-FFD8-5549-B64B-3BD93C7E3641}" type="datetimeFigureOut">
              <a:rPr kumimoji="1" lang="ko-KR" altLang="en-US" smtClean="0"/>
              <a:t>2026-05-06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62275F8-08BD-724F-9496-8935EE8AE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9647F0-73F8-DE43-BC43-32B9F3F53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EE77-4396-E546-A416-B2FBDA0CC03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683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34D4C-4906-C245-9AE7-2EBE58B64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AC7017-B2E2-E74F-840F-9402A3B55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E965AA-FAF0-B840-A712-E35D7448D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ECA209-9ACB-804B-A8BB-AFD389BB5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95ED-FFD8-5549-B64B-3BD93C7E3641}" type="datetimeFigureOut">
              <a:rPr kumimoji="1" lang="ko-KR" altLang="en-US" smtClean="0"/>
              <a:t>2026-05-06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25D87D-11CF-F74C-9EE4-851450C95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E3902C-E03E-C74D-A029-203260686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EE77-4396-E546-A416-B2FBDA0CC03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4111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4B80E-6D5C-B940-961D-A7AA06270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544261-6FAC-D841-B528-B498B79B06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01C029-3DFC-FB45-863C-B05BC03EE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DEE2BC-2FE5-A748-A30A-F2AC1C9AD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95ED-FFD8-5549-B64B-3BD93C7E3641}" type="datetimeFigureOut">
              <a:rPr kumimoji="1" lang="ko-KR" altLang="en-US" smtClean="0"/>
              <a:t>2026-05-06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2851E3-5900-D744-91AA-F3C66393B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7F49D2-EE82-604E-8BED-AF216F5C2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EE77-4396-E546-A416-B2FBDA0CC03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49971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19851-EBD7-CF4B-A95C-84161710E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0992B2-2CAA-7A4E-830D-8E0D1FFFF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53C27D-6DCE-6743-8561-54EAFD3FB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95ED-FFD8-5549-B64B-3BD93C7E3641}" type="datetimeFigureOut">
              <a:rPr kumimoji="1" lang="ko-KR" altLang="en-US" smtClean="0"/>
              <a:t>2026-05-06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6F8EE1-3C6F-A746-8718-B1B72188F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2051F8-7529-CF4D-9F73-94B990249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EE77-4396-E546-A416-B2FBDA0CC03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3752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7B30E1-B71E-1344-BB5E-C47D8EDFFC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18D23E-7E74-2C43-BFAC-9279C3987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F90063-24AE-454F-A8D0-7609D0EA9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95ED-FFD8-5549-B64B-3BD93C7E3641}" type="datetimeFigureOut">
              <a:rPr kumimoji="1" lang="ko-KR" altLang="en-US" smtClean="0"/>
              <a:t>2026-05-06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DDFDD6-5377-D740-9B5E-25895A0F5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9FD08-E4FC-2A4E-9879-DAD45939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EE77-4396-E546-A416-B2FBDA0CC03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733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8AAAAF-10E9-9744-B5DE-633E11F67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154193-FDAA-4340-AF1E-C1E971E52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F68CCC-6D07-7346-B9C3-985EB94FD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D95ED-FFD8-5549-B64B-3BD93C7E3641}" type="datetimeFigureOut">
              <a:rPr kumimoji="1" lang="ko-KR" altLang="en-US" smtClean="0"/>
              <a:t>2026-05-06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B8ED4C-1116-5646-B855-84BEFE6C7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D0362C-E1BD-454D-BDC0-A64A1383C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1EE77-4396-E546-A416-B2FBDA0CC03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6230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2EFDA-22C1-BA45-B9A1-660C2559A5D4}"/>
              </a:ext>
            </a:extLst>
          </p:cNvPr>
          <p:cNvSpPr txBox="1"/>
          <p:nvPr/>
        </p:nvSpPr>
        <p:spPr>
          <a:xfrm>
            <a:off x="5202052" y="3117272"/>
            <a:ext cx="45833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 err="1">
                <a:solidFill>
                  <a:schemeClr val="accent1">
                    <a:lumMod val="75000"/>
                  </a:schemeClr>
                </a:solidFill>
              </a:rPr>
              <a:t>Remmants</a:t>
            </a:r>
            <a:r>
              <a:rPr kumimoji="1" lang="en-US" altLang="ko-KR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ko-KR" altLang="en-US" sz="3200" b="1" dirty="0">
                <a:solidFill>
                  <a:schemeClr val="accent1">
                    <a:lumMod val="75000"/>
                  </a:schemeClr>
                </a:solidFill>
              </a:rPr>
              <a:t>캐릭터 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B49897-DD08-74DB-FBFB-2CE166DF93F1}"/>
              </a:ext>
            </a:extLst>
          </p:cNvPr>
          <p:cNvSpPr txBox="1"/>
          <p:nvPr/>
        </p:nvSpPr>
        <p:spPr>
          <a:xfrm>
            <a:off x="5202052" y="3702047"/>
            <a:ext cx="4440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400" b="1" dirty="0" err="1"/>
              <a:t>Remmants</a:t>
            </a:r>
            <a:r>
              <a:rPr kumimoji="1" lang="en-US" altLang="ko-KR" sz="1400" b="1" dirty="0"/>
              <a:t> </a:t>
            </a:r>
            <a:r>
              <a:rPr kumimoji="1" lang="ko-KR" altLang="en-US" sz="1400" b="1" dirty="0"/>
              <a:t>캐릭터 설정</a:t>
            </a:r>
          </a:p>
        </p:txBody>
      </p:sp>
    </p:spTree>
    <p:extLst>
      <p:ext uri="{BB962C8B-B14F-4D97-AF65-F5344CB8AC3E}">
        <p14:creationId xmlns:p14="http://schemas.microsoft.com/office/powerpoint/2010/main" val="2821105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F8459AA-5847-26F2-9612-BE6499619B12}"/>
              </a:ext>
            </a:extLst>
          </p:cNvPr>
          <p:cNvSpPr/>
          <p:nvPr/>
        </p:nvSpPr>
        <p:spPr>
          <a:xfrm>
            <a:off x="350981" y="1675310"/>
            <a:ext cx="1302328" cy="7157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내적 갈등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93C8195-228D-89DB-B30B-CEAA0944311F}"/>
              </a:ext>
            </a:extLst>
          </p:cNvPr>
          <p:cNvSpPr/>
          <p:nvPr/>
        </p:nvSpPr>
        <p:spPr>
          <a:xfrm>
            <a:off x="350981" y="4283501"/>
            <a:ext cx="1302328" cy="7157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외적 갈등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2FB7ED-4E0D-5D5C-E206-7697D94607DC}"/>
              </a:ext>
            </a:extLst>
          </p:cNvPr>
          <p:cNvSpPr txBox="1"/>
          <p:nvPr/>
        </p:nvSpPr>
        <p:spPr>
          <a:xfrm>
            <a:off x="1736436" y="1771576"/>
            <a:ext cx="99373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latin typeface="+mj-lt"/>
              </a:rPr>
              <a:t>테디는</a:t>
            </a:r>
            <a:r>
              <a:rPr lang="ko-KR" altLang="en-US" sz="1400" dirty="0">
                <a:latin typeface="+mj-lt"/>
              </a:rPr>
              <a:t> 겉으로 </a:t>
            </a:r>
            <a:r>
              <a:rPr lang="en-US" altLang="ko-KR" sz="1400" dirty="0">
                <a:latin typeface="+mj-lt"/>
              </a:rPr>
              <a:t>“</a:t>
            </a:r>
            <a:r>
              <a:rPr lang="ko-KR" altLang="en-US" sz="1400" dirty="0" err="1">
                <a:latin typeface="+mj-lt"/>
              </a:rPr>
              <a:t>장난감끼리는</a:t>
            </a:r>
            <a:r>
              <a:rPr lang="ko-KR" altLang="en-US" sz="1400" dirty="0">
                <a:latin typeface="+mj-lt"/>
              </a:rPr>
              <a:t> 서로 도우며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해치면 안된다</a:t>
            </a:r>
            <a:r>
              <a:rPr lang="en-US" altLang="ko-KR" sz="1400" dirty="0">
                <a:latin typeface="+mj-lt"/>
              </a:rPr>
              <a:t>.” </a:t>
            </a:r>
            <a:r>
              <a:rPr lang="ko-KR" altLang="en-US" sz="1400" dirty="0">
                <a:latin typeface="+mj-lt"/>
              </a:rPr>
              <a:t>라는 </a:t>
            </a:r>
            <a:r>
              <a:rPr lang="en-US" altLang="ko-KR" sz="1400" dirty="0">
                <a:latin typeface="+mj-lt"/>
              </a:rPr>
              <a:t>Remnants</a:t>
            </a:r>
            <a:r>
              <a:rPr lang="ko-KR" altLang="en-US" sz="1400" dirty="0">
                <a:latin typeface="+mj-lt"/>
              </a:rPr>
              <a:t>의 정신적 지주입니다</a:t>
            </a:r>
            <a:r>
              <a:rPr lang="en-US" altLang="ko-KR" sz="1400" dirty="0">
                <a:latin typeface="+mj-lt"/>
              </a:rPr>
              <a:t>.</a:t>
            </a:r>
          </a:p>
          <a:p>
            <a:r>
              <a:rPr lang="ko-KR" altLang="en-US" sz="1400" dirty="0">
                <a:latin typeface="+mj-lt"/>
              </a:rPr>
              <a:t>하지만 그는 세력을 유지하고 생존과 전쟁에 필요한 부품을 위해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누군가를 희생시키는 가혹한 현실에 마주하고 있습니다</a:t>
            </a:r>
            <a:r>
              <a:rPr lang="en-US" altLang="ko-KR" sz="1400" dirty="0">
                <a:latin typeface="+mj-lt"/>
              </a:rPr>
              <a:t>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7488F3B-09A5-AC8B-9B28-C4CA7E365C29}"/>
              </a:ext>
            </a:extLst>
          </p:cNvPr>
          <p:cNvSpPr/>
          <p:nvPr/>
        </p:nvSpPr>
        <p:spPr>
          <a:xfrm>
            <a:off x="350981" y="2491590"/>
            <a:ext cx="1302328" cy="7157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사건 발생</a:t>
            </a:r>
            <a:endParaRPr lang="ko-KR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7F654A-50DA-FADE-692F-0A7CA5CBF824}"/>
              </a:ext>
            </a:extLst>
          </p:cNvPr>
          <p:cNvSpPr txBox="1"/>
          <p:nvPr/>
        </p:nvSpPr>
        <p:spPr>
          <a:xfrm>
            <a:off x="1736436" y="2587856"/>
            <a:ext cx="9599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latin typeface="+mj-lt"/>
              </a:rPr>
              <a:t>테디는</a:t>
            </a:r>
            <a:r>
              <a:rPr lang="ko-KR" altLang="en-US" sz="1400" dirty="0">
                <a:latin typeface="+mj-lt"/>
              </a:rPr>
              <a:t> 늦은 밤</a:t>
            </a:r>
            <a:r>
              <a:rPr lang="en-US" altLang="ko-KR" sz="1400" dirty="0">
                <a:latin typeface="+mj-lt"/>
              </a:rPr>
              <a:t>,</a:t>
            </a:r>
            <a:r>
              <a:rPr lang="ko-KR" altLang="en-US" sz="1400" dirty="0">
                <a:latin typeface="+mj-lt"/>
              </a:rPr>
              <a:t> 장난감 무덤으로 동료들 몰래 향하고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자아를 잃고 덤벼드는 버려진 </a:t>
            </a:r>
            <a:r>
              <a:rPr lang="en-US" altLang="ko-KR" sz="1400" dirty="0">
                <a:latin typeface="+mj-lt"/>
              </a:rPr>
              <a:t>Scrapped</a:t>
            </a:r>
            <a:r>
              <a:rPr lang="ko-KR" altLang="en-US" sz="1400" dirty="0">
                <a:latin typeface="+mj-lt"/>
              </a:rPr>
              <a:t>들을 무참히 파괴하며</a:t>
            </a:r>
            <a:r>
              <a:rPr lang="en-US" altLang="ko-KR" sz="1400" dirty="0">
                <a:latin typeface="+mj-lt"/>
              </a:rPr>
              <a:t>,</a:t>
            </a:r>
          </a:p>
          <a:p>
            <a:r>
              <a:rPr lang="ko-KR" altLang="en-US" sz="1400" dirty="0">
                <a:latin typeface="+mj-lt"/>
              </a:rPr>
              <a:t>부품을 뜯어오는 학살을 자행합니다</a:t>
            </a:r>
            <a:r>
              <a:rPr lang="en-US" altLang="ko-KR" sz="1400" dirty="0">
                <a:latin typeface="+mj-lt"/>
              </a:rPr>
              <a:t>. </a:t>
            </a:r>
            <a:r>
              <a:rPr lang="ko-KR" altLang="en-US" sz="1400" dirty="0">
                <a:latin typeface="+mj-lt"/>
              </a:rPr>
              <a:t>그의 등에 </a:t>
            </a:r>
            <a:r>
              <a:rPr lang="ko-KR" altLang="en-US" sz="1400" dirty="0" err="1">
                <a:latin typeface="+mj-lt"/>
              </a:rPr>
              <a:t>잔뜩있는</a:t>
            </a:r>
            <a:r>
              <a:rPr lang="ko-KR" altLang="en-US" sz="1400" dirty="0">
                <a:latin typeface="+mj-lt"/>
              </a:rPr>
              <a:t> 상처는 </a:t>
            </a:r>
            <a:r>
              <a:rPr lang="en-US" altLang="ko-KR" sz="1400" dirty="0">
                <a:latin typeface="+mj-lt"/>
              </a:rPr>
              <a:t>‘</a:t>
            </a:r>
            <a:r>
              <a:rPr lang="ko-KR" altLang="en-US" sz="1400" dirty="0">
                <a:latin typeface="+mj-lt"/>
              </a:rPr>
              <a:t>더러운 평화</a:t>
            </a:r>
            <a:r>
              <a:rPr lang="en-US" altLang="ko-KR" sz="1400" dirty="0">
                <a:latin typeface="+mj-lt"/>
              </a:rPr>
              <a:t>’</a:t>
            </a:r>
            <a:r>
              <a:rPr lang="ko-KR" altLang="en-US" sz="1400" dirty="0">
                <a:latin typeface="+mj-lt"/>
              </a:rPr>
              <a:t>를 유지하기위해 홀로 감당해 왔습니다</a:t>
            </a:r>
            <a:r>
              <a:rPr lang="en-US" altLang="ko-KR" sz="1400" dirty="0">
                <a:latin typeface="+mj-lt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0F3648-39D1-C1E1-BA51-4E4DCFE65222}"/>
              </a:ext>
            </a:extLst>
          </p:cNvPr>
          <p:cNvSpPr txBox="1"/>
          <p:nvPr/>
        </p:nvSpPr>
        <p:spPr>
          <a:xfrm>
            <a:off x="1736436" y="4295276"/>
            <a:ext cx="1013931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latin typeface="+mj-lt"/>
              </a:rPr>
              <a:t>테디를</a:t>
            </a:r>
            <a:r>
              <a:rPr lang="ko-KR" altLang="en-US" sz="1400" dirty="0">
                <a:latin typeface="+mj-lt"/>
              </a:rPr>
              <a:t> 친아버지처럼 따르던 어린 인형 </a:t>
            </a:r>
            <a:r>
              <a:rPr lang="ko-KR" altLang="en-US" sz="1400" dirty="0" err="1">
                <a:latin typeface="+mj-lt"/>
              </a:rPr>
              <a:t>루키는</a:t>
            </a:r>
            <a:r>
              <a:rPr lang="ko-KR" altLang="en-US" sz="1400" dirty="0">
                <a:latin typeface="+mj-lt"/>
              </a:rPr>
              <a:t> 궁금증에 </a:t>
            </a:r>
            <a:r>
              <a:rPr lang="ko-KR" altLang="en-US" sz="1400" dirty="0" err="1">
                <a:latin typeface="+mj-lt"/>
              </a:rPr>
              <a:t>테디의</a:t>
            </a:r>
            <a:r>
              <a:rPr lang="ko-KR" altLang="en-US" sz="1400" dirty="0">
                <a:latin typeface="+mj-lt"/>
              </a:rPr>
              <a:t> 학살을 목격하게 되고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그간 </a:t>
            </a:r>
            <a:r>
              <a:rPr lang="ko-KR" altLang="en-US" sz="1400" dirty="0" err="1">
                <a:latin typeface="+mj-lt"/>
              </a:rPr>
              <a:t>테디의</a:t>
            </a:r>
            <a:r>
              <a:rPr lang="ko-KR" altLang="en-US" sz="1400" dirty="0">
                <a:latin typeface="+mj-lt"/>
              </a:rPr>
              <a:t> 가치관과 교육에 반하는</a:t>
            </a:r>
            <a:endParaRPr lang="en-US" altLang="ko-KR" sz="1400" dirty="0">
              <a:latin typeface="+mj-lt"/>
            </a:endParaRPr>
          </a:p>
          <a:p>
            <a:r>
              <a:rPr lang="ko-KR" altLang="en-US" sz="1400" dirty="0">
                <a:latin typeface="+mj-lt"/>
              </a:rPr>
              <a:t>끔찍한 이중성에 신뢰가 깨지게 됩니다</a:t>
            </a:r>
            <a:r>
              <a:rPr lang="en-US" altLang="ko-KR" sz="1400" dirty="0">
                <a:latin typeface="+mj-lt"/>
              </a:rPr>
              <a:t>.</a:t>
            </a:r>
            <a:r>
              <a:rPr lang="ko-KR" altLang="en-US" sz="1400" dirty="0">
                <a:latin typeface="+mj-lt"/>
              </a:rPr>
              <a:t> </a:t>
            </a:r>
            <a:r>
              <a:rPr lang="en-US" altLang="ko-KR" sz="1400" dirty="0">
                <a:latin typeface="+mj-lt"/>
              </a:rPr>
              <a:t>‘</a:t>
            </a:r>
            <a:r>
              <a:rPr lang="ko-KR" altLang="en-US" sz="1400" dirty="0">
                <a:latin typeface="+mj-lt"/>
              </a:rPr>
              <a:t>우리를 지키기 위해 괴물이 되어야 하는가</a:t>
            </a:r>
            <a:r>
              <a:rPr lang="en-US" altLang="ko-KR" sz="1400" dirty="0">
                <a:latin typeface="+mj-lt"/>
              </a:rPr>
              <a:t>?‘ </a:t>
            </a:r>
            <a:r>
              <a:rPr lang="ko-KR" altLang="en-US" sz="1400" dirty="0">
                <a:latin typeface="+mj-lt"/>
              </a:rPr>
              <a:t>모순을 견디지 못하고 </a:t>
            </a:r>
            <a:endParaRPr lang="en-US" altLang="ko-KR" sz="1400" dirty="0">
              <a:latin typeface="+mj-lt"/>
            </a:endParaRPr>
          </a:p>
          <a:p>
            <a:r>
              <a:rPr lang="ko-KR" altLang="en-US" sz="1400" dirty="0">
                <a:latin typeface="+mj-lt"/>
              </a:rPr>
              <a:t>혼란스러워 하며 도망칩니다</a:t>
            </a:r>
            <a:r>
              <a:rPr lang="en-US" altLang="ko-KR" sz="1400" dirty="0">
                <a:latin typeface="+mj-lt"/>
              </a:rPr>
              <a:t>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9B40333-2B86-849D-E536-7ABE6892D980}"/>
              </a:ext>
            </a:extLst>
          </p:cNvPr>
          <p:cNvSpPr/>
          <p:nvPr/>
        </p:nvSpPr>
        <p:spPr>
          <a:xfrm>
            <a:off x="350981" y="5173691"/>
            <a:ext cx="1302328" cy="7157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사건 발생</a:t>
            </a:r>
            <a:endParaRPr lang="ko-KR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DC152E-8741-EBD7-65D7-10E8DCB955E5}"/>
              </a:ext>
            </a:extLst>
          </p:cNvPr>
          <p:cNvSpPr txBox="1"/>
          <p:nvPr/>
        </p:nvSpPr>
        <p:spPr>
          <a:xfrm>
            <a:off x="1736435" y="5269957"/>
            <a:ext cx="99341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+mj-lt"/>
              </a:rPr>
              <a:t>도망치던 </a:t>
            </a:r>
            <a:r>
              <a:rPr lang="ko-KR" altLang="en-US" sz="1400" dirty="0" err="1">
                <a:latin typeface="+mj-lt"/>
              </a:rPr>
              <a:t>루키는</a:t>
            </a:r>
            <a:r>
              <a:rPr lang="ko-KR" altLang="en-US" sz="1400" dirty="0">
                <a:latin typeface="+mj-lt"/>
              </a:rPr>
              <a:t> 장롱밖의 자유를 갈망하던 </a:t>
            </a:r>
            <a:r>
              <a:rPr lang="en-US" altLang="ko-KR" sz="1400" dirty="0">
                <a:latin typeface="+mj-lt"/>
              </a:rPr>
              <a:t>3</a:t>
            </a:r>
            <a:r>
              <a:rPr lang="ko-KR" altLang="en-US" sz="1400" dirty="0">
                <a:latin typeface="+mj-lt"/>
              </a:rPr>
              <a:t>의 세력인 </a:t>
            </a:r>
            <a:r>
              <a:rPr lang="ko-KR" altLang="en-US" sz="1400" dirty="0" err="1">
                <a:latin typeface="+mj-lt"/>
              </a:rPr>
              <a:t>암습단에게</a:t>
            </a:r>
            <a:r>
              <a:rPr lang="ko-KR" altLang="en-US" sz="1400" dirty="0">
                <a:latin typeface="+mj-lt"/>
              </a:rPr>
              <a:t> 납치됩니다</a:t>
            </a:r>
            <a:r>
              <a:rPr lang="en-US" altLang="ko-KR" sz="1400" dirty="0">
                <a:latin typeface="+mj-lt"/>
              </a:rPr>
              <a:t>. </a:t>
            </a:r>
            <a:r>
              <a:rPr lang="ko-KR" altLang="en-US" sz="1400" dirty="0">
                <a:latin typeface="+mj-lt"/>
              </a:rPr>
              <a:t>습격단에게 자신의 동료의 안전을 담보로</a:t>
            </a:r>
            <a:endParaRPr lang="en-US" altLang="ko-KR" sz="1400" dirty="0">
              <a:latin typeface="+mj-lt"/>
            </a:endParaRPr>
          </a:p>
          <a:p>
            <a:r>
              <a:rPr lang="ko-KR" altLang="en-US" sz="1400" dirty="0">
                <a:latin typeface="+mj-lt"/>
              </a:rPr>
              <a:t>습격단의 사상에 동화됩니다</a:t>
            </a:r>
            <a:r>
              <a:rPr lang="en-US" altLang="ko-KR" sz="1400" dirty="0">
                <a:latin typeface="+mj-lt"/>
              </a:rPr>
              <a:t>.</a:t>
            </a:r>
            <a:r>
              <a:rPr lang="ko-KR" altLang="en-US" sz="1400" dirty="0">
                <a:latin typeface="+mj-lt"/>
              </a:rPr>
              <a:t> </a:t>
            </a:r>
            <a:r>
              <a:rPr lang="ko-KR" altLang="en-US" sz="1400" dirty="0" err="1">
                <a:latin typeface="+mj-lt"/>
              </a:rPr>
              <a:t>루키는</a:t>
            </a:r>
            <a:r>
              <a:rPr lang="ko-KR" altLang="en-US" sz="1400" dirty="0">
                <a:latin typeface="+mj-lt"/>
              </a:rPr>
              <a:t> </a:t>
            </a:r>
            <a:r>
              <a:rPr lang="ko-KR" altLang="en-US" sz="1400" dirty="0" err="1">
                <a:latin typeface="+mj-lt"/>
              </a:rPr>
              <a:t>어린몸에</a:t>
            </a:r>
            <a:r>
              <a:rPr lang="en-US" altLang="ko-KR" sz="1400" dirty="0">
                <a:latin typeface="+mj-lt"/>
              </a:rPr>
              <a:t> </a:t>
            </a:r>
            <a:r>
              <a:rPr lang="ko-KR" altLang="en-US" sz="1400" dirty="0">
                <a:latin typeface="+mj-lt"/>
              </a:rPr>
              <a:t>날카로운 </a:t>
            </a:r>
            <a:r>
              <a:rPr lang="ko-KR" altLang="en-US" sz="1400" dirty="0" err="1">
                <a:latin typeface="+mj-lt"/>
              </a:rPr>
              <a:t>커터칼과</a:t>
            </a:r>
            <a:r>
              <a:rPr lang="ko-KR" altLang="en-US" sz="1400" dirty="0">
                <a:latin typeface="+mj-lt"/>
              </a:rPr>
              <a:t> 기어 등을 이식 받고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최종병기로 태어나게 됩니다</a:t>
            </a:r>
            <a:r>
              <a:rPr lang="en-US" altLang="ko-KR" sz="1400" dirty="0">
                <a:latin typeface="+mj-lt"/>
              </a:rPr>
              <a:t>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D39FCD7-0B05-2A27-E382-9A4B37411F64}"/>
              </a:ext>
            </a:extLst>
          </p:cNvPr>
          <p:cNvSpPr/>
          <p:nvPr/>
        </p:nvSpPr>
        <p:spPr>
          <a:xfrm>
            <a:off x="4222696" y="182418"/>
            <a:ext cx="2521528" cy="1154545"/>
          </a:xfrm>
          <a:prstGeom prst="roundRect">
            <a:avLst/>
          </a:prstGeom>
          <a:noFill/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</a:rPr>
              <a:t>주인공</a:t>
            </a:r>
            <a:endParaRPr lang="en-US" altLang="ko-KR" sz="2000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ko-KR" altLang="en-US" sz="2800" b="1" dirty="0" err="1">
                <a:solidFill>
                  <a:schemeClr val="accent2">
                    <a:lumMod val="75000"/>
                  </a:schemeClr>
                </a:solidFill>
              </a:rPr>
              <a:t>테디장로</a:t>
            </a:r>
            <a:endParaRPr lang="ko-KR" alt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3" name="그림 22" descr="곰돌이 일러스트 일러스트 | Canva">
            <a:extLst>
              <a:ext uri="{FF2B5EF4-FFF2-40B4-BE49-F238E27FC236}">
                <a16:creationId xmlns:a16="http://schemas.microsoft.com/office/drawing/2014/main" id="{C7A699E8-0043-53B5-76A8-2B89C6C0E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20732">
            <a:off x="6234454" y="296037"/>
            <a:ext cx="1019539" cy="94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6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B9D06-D3D8-014D-B44F-3BAD88B68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350CDE1-BF3A-E085-2998-EEEF6AFD1B79}"/>
              </a:ext>
            </a:extLst>
          </p:cNvPr>
          <p:cNvSpPr/>
          <p:nvPr/>
        </p:nvSpPr>
        <p:spPr>
          <a:xfrm>
            <a:off x="350981" y="2910221"/>
            <a:ext cx="1302328" cy="7157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외적 갈등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B18695-87B5-F4F7-0445-51B51D200C35}"/>
              </a:ext>
            </a:extLst>
          </p:cNvPr>
          <p:cNvSpPr txBox="1"/>
          <p:nvPr/>
        </p:nvSpPr>
        <p:spPr>
          <a:xfrm>
            <a:off x="1736436" y="3006487"/>
            <a:ext cx="9977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+mj-lt"/>
              </a:rPr>
              <a:t>자신이 애지중지 키워오던 후계자 </a:t>
            </a:r>
            <a:r>
              <a:rPr lang="ko-KR" altLang="en-US" sz="1400" dirty="0" err="1">
                <a:latin typeface="+mj-lt"/>
              </a:rPr>
              <a:t>루키의</a:t>
            </a:r>
            <a:r>
              <a:rPr lang="ko-KR" altLang="en-US" sz="1400" dirty="0">
                <a:latin typeface="+mj-lt"/>
              </a:rPr>
              <a:t> 행방이 묘연해지고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 err="1">
                <a:latin typeface="+mj-lt"/>
              </a:rPr>
              <a:t>할로우</a:t>
            </a:r>
            <a:r>
              <a:rPr lang="ko-KR" altLang="en-US" sz="1400" dirty="0">
                <a:latin typeface="+mj-lt"/>
              </a:rPr>
              <a:t> </a:t>
            </a:r>
            <a:r>
              <a:rPr lang="ko-KR" altLang="en-US" sz="1400" dirty="0" err="1">
                <a:latin typeface="+mj-lt"/>
              </a:rPr>
              <a:t>캐슬과의</a:t>
            </a:r>
            <a:r>
              <a:rPr lang="ko-KR" altLang="en-US" sz="1400" dirty="0">
                <a:latin typeface="+mj-lt"/>
              </a:rPr>
              <a:t> 전쟁이 겹쳐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혼란스럽고 힘든 상황 입니다</a:t>
            </a:r>
            <a:r>
              <a:rPr lang="en-US" altLang="ko-KR" sz="1400" dirty="0">
                <a:latin typeface="+mj-lt"/>
              </a:rPr>
              <a:t>.</a:t>
            </a:r>
          </a:p>
          <a:p>
            <a:r>
              <a:rPr lang="ko-KR" altLang="en-US" sz="1400" dirty="0">
                <a:latin typeface="+mj-lt"/>
              </a:rPr>
              <a:t>전쟁 중임에도 불구하고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여러 장난감들과 장비를 챙겨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직접 수색을 떠납니다</a:t>
            </a:r>
            <a:r>
              <a:rPr lang="en-US" altLang="ko-KR" sz="1400" dirty="0">
                <a:latin typeface="+mj-lt"/>
              </a:rPr>
              <a:t>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F365BE2-2FE4-CA8A-EB16-C2B75783297E}"/>
              </a:ext>
            </a:extLst>
          </p:cNvPr>
          <p:cNvSpPr/>
          <p:nvPr/>
        </p:nvSpPr>
        <p:spPr>
          <a:xfrm>
            <a:off x="350981" y="3726501"/>
            <a:ext cx="1302328" cy="7157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사건 발생</a:t>
            </a:r>
            <a:endParaRPr lang="ko-KR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BCE2F9-E24D-1DF2-0E19-19CD7A1E9A63}"/>
              </a:ext>
            </a:extLst>
          </p:cNvPr>
          <p:cNvSpPr txBox="1"/>
          <p:nvPr/>
        </p:nvSpPr>
        <p:spPr>
          <a:xfrm>
            <a:off x="1736436" y="3703589"/>
            <a:ext cx="1032269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+mj-lt"/>
              </a:rPr>
              <a:t>수색을 나서는 </a:t>
            </a:r>
            <a:r>
              <a:rPr lang="ko-KR" altLang="en-US" sz="1400" dirty="0" err="1">
                <a:latin typeface="+mj-lt"/>
              </a:rPr>
              <a:t>테디의</a:t>
            </a:r>
            <a:r>
              <a:rPr lang="ko-KR" altLang="en-US" sz="1400" dirty="0">
                <a:latin typeface="+mj-lt"/>
              </a:rPr>
              <a:t> 뒤를 따라간 </a:t>
            </a:r>
            <a:r>
              <a:rPr lang="ko-KR" altLang="en-US" sz="1400" dirty="0" err="1">
                <a:latin typeface="+mj-lt"/>
              </a:rPr>
              <a:t>루키의</a:t>
            </a:r>
            <a:r>
              <a:rPr lang="ko-KR" altLang="en-US" sz="1400" dirty="0">
                <a:latin typeface="+mj-lt"/>
              </a:rPr>
              <a:t> 단짝 </a:t>
            </a:r>
            <a:r>
              <a:rPr lang="ko-KR" altLang="en-US" sz="1400" dirty="0" err="1">
                <a:latin typeface="+mj-lt"/>
              </a:rPr>
              <a:t>삐삐가</a:t>
            </a:r>
            <a:r>
              <a:rPr lang="ko-KR" altLang="en-US" sz="1400" dirty="0">
                <a:latin typeface="+mj-lt"/>
              </a:rPr>
              <a:t> 몰래 따라 나섰으며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무리하던 </a:t>
            </a:r>
            <a:r>
              <a:rPr lang="ko-KR" altLang="en-US" sz="1400" dirty="0" err="1">
                <a:latin typeface="+mj-lt"/>
              </a:rPr>
              <a:t>삐삐는</a:t>
            </a:r>
            <a:r>
              <a:rPr lang="ko-KR" altLang="en-US" sz="1400" dirty="0">
                <a:latin typeface="+mj-lt"/>
              </a:rPr>
              <a:t> 죽을 위기에 처합니다</a:t>
            </a:r>
            <a:r>
              <a:rPr lang="en-US" altLang="ko-KR" sz="1400" dirty="0">
                <a:latin typeface="+mj-lt"/>
              </a:rPr>
              <a:t>.</a:t>
            </a:r>
          </a:p>
          <a:p>
            <a:r>
              <a:rPr lang="ko-KR" altLang="en-US" sz="1400" dirty="0" err="1">
                <a:latin typeface="+mj-lt"/>
              </a:rPr>
              <a:t>테디와</a:t>
            </a:r>
            <a:r>
              <a:rPr lang="ko-KR" altLang="en-US" sz="1400" dirty="0">
                <a:latin typeface="+mj-lt"/>
              </a:rPr>
              <a:t> 일행은 </a:t>
            </a:r>
            <a:r>
              <a:rPr lang="ko-KR" altLang="en-US" sz="1400" dirty="0" err="1">
                <a:latin typeface="+mj-lt"/>
              </a:rPr>
              <a:t>루키를</a:t>
            </a:r>
            <a:r>
              <a:rPr lang="ko-KR" altLang="en-US" sz="1400" dirty="0">
                <a:latin typeface="+mj-lt"/>
              </a:rPr>
              <a:t> 끝내 찾지 못하고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핵심인원이 없던 </a:t>
            </a:r>
            <a:r>
              <a:rPr lang="en-US" altLang="ko-KR" sz="1400" dirty="0">
                <a:latin typeface="+mj-lt"/>
              </a:rPr>
              <a:t>remnants </a:t>
            </a:r>
            <a:r>
              <a:rPr lang="ko-KR" altLang="en-US" sz="1400" dirty="0">
                <a:latin typeface="+mj-lt"/>
              </a:rPr>
              <a:t>들은 점차 밀려갔기에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무작정 길게 이어갈 수 없었습니다</a:t>
            </a:r>
            <a:r>
              <a:rPr lang="en-US" altLang="ko-KR" sz="1400" dirty="0">
                <a:latin typeface="+mj-lt"/>
              </a:rPr>
              <a:t>.</a:t>
            </a:r>
          </a:p>
          <a:p>
            <a:r>
              <a:rPr lang="ko-KR" altLang="en-US" sz="1400" dirty="0">
                <a:latin typeface="+mj-lt"/>
              </a:rPr>
              <a:t>결국 장난감 일부들에게만 수색을 맡기고 어쩔 수 없이 전쟁의 최전선으로 합류하게 되는 압박과 갈등을 겪습니다</a:t>
            </a:r>
            <a:r>
              <a:rPr lang="en-US" altLang="ko-KR" sz="1400" dirty="0">
                <a:latin typeface="+mj-lt"/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FB69650-DDCE-1FF9-40D2-49DB897DA29B}"/>
              </a:ext>
            </a:extLst>
          </p:cNvPr>
          <p:cNvSpPr/>
          <p:nvPr/>
        </p:nvSpPr>
        <p:spPr>
          <a:xfrm>
            <a:off x="4222696" y="182418"/>
            <a:ext cx="2521528" cy="1154545"/>
          </a:xfrm>
          <a:prstGeom prst="roundRect">
            <a:avLst/>
          </a:prstGeom>
          <a:noFill/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</a:rPr>
              <a:t>주인공</a:t>
            </a:r>
            <a:endParaRPr lang="en-US" altLang="ko-KR" sz="2000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ko-KR" altLang="en-US" sz="2800" b="1" dirty="0" err="1">
                <a:solidFill>
                  <a:schemeClr val="accent2">
                    <a:lumMod val="75000"/>
                  </a:schemeClr>
                </a:solidFill>
              </a:rPr>
              <a:t>테디장로</a:t>
            </a:r>
            <a:endParaRPr lang="ko-KR" alt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" name="그림 6" descr="곰돌이 일러스트 일러스트 | Canva">
            <a:extLst>
              <a:ext uri="{FF2B5EF4-FFF2-40B4-BE49-F238E27FC236}">
                <a16:creationId xmlns:a16="http://schemas.microsoft.com/office/drawing/2014/main" id="{D4A96738-2B12-37E5-3EB8-64E14F979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20732">
            <a:off x="6234454" y="296037"/>
            <a:ext cx="1019539" cy="94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89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965F2-2A6E-4DE8-CBFC-105C5FC5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EF26689-AA0F-5626-83C7-9CA4B4982C3A}"/>
              </a:ext>
            </a:extLst>
          </p:cNvPr>
          <p:cNvSpPr/>
          <p:nvPr/>
        </p:nvSpPr>
        <p:spPr>
          <a:xfrm>
            <a:off x="4222696" y="182418"/>
            <a:ext cx="2521528" cy="1154545"/>
          </a:xfrm>
          <a:prstGeom prst="roundRect">
            <a:avLst/>
          </a:prstGeom>
          <a:noFill/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</a:rPr>
              <a:t>주인공</a:t>
            </a:r>
            <a:endParaRPr lang="en-US" altLang="ko-KR" sz="2000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ko-KR" altLang="en-US" sz="2800" b="1" dirty="0" err="1">
                <a:solidFill>
                  <a:schemeClr val="accent2">
                    <a:lumMod val="75000"/>
                  </a:schemeClr>
                </a:solidFill>
              </a:rPr>
              <a:t>테디장로</a:t>
            </a:r>
            <a:endParaRPr lang="ko-KR" alt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그림 4" descr="곰돌이 일러스트 일러스트 | Canva">
            <a:extLst>
              <a:ext uri="{FF2B5EF4-FFF2-40B4-BE49-F238E27FC236}">
                <a16:creationId xmlns:a16="http://schemas.microsoft.com/office/drawing/2014/main" id="{222009C6-D07D-D3E1-8AC2-24B738007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20732">
            <a:off x="6234454" y="296037"/>
            <a:ext cx="1019539" cy="943537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F2597A3-902C-2F22-17B0-220825207D8A}"/>
              </a:ext>
            </a:extLst>
          </p:cNvPr>
          <p:cNvSpPr/>
          <p:nvPr/>
        </p:nvSpPr>
        <p:spPr>
          <a:xfrm>
            <a:off x="1357744" y="767805"/>
            <a:ext cx="1302328" cy="7157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외모</a:t>
            </a:r>
            <a:endParaRPr lang="ko-KR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A8B03A3-C14F-B24D-6E30-23F97E755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60" y="1988127"/>
            <a:ext cx="2903297" cy="435494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290C94F-6356-FFD1-6AC6-4F498D17FC88}"/>
              </a:ext>
            </a:extLst>
          </p:cNvPr>
          <p:cNvSpPr/>
          <p:nvPr/>
        </p:nvSpPr>
        <p:spPr>
          <a:xfrm>
            <a:off x="3736109" y="2100185"/>
            <a:ext cx="1302328" cy="7157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능력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A5A97F-9C3D-9F61-0D49-BB435EFDAD1B}"/>
              </a:ext>
            </a:extLst>
          </p:cNvPr>
          <p:cNvSpPr txBox="1"/>
          <p:nvPr/>
        </p:nvSpPr>
        <p:spPr>
          <a:xfrm>
            <a:off x="5234774" y="2100185"/>
            <a:ext cx="533030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latin typeface="+mj-lt"/>
              </a:rPr>
              <a:t>테디</a:t>
            </a:r>
            <a:r>
              <a:rPr lang="ko-KR" altLang="en-US" sz="1400" dirty="0">
                <a:latin typeface="+mj-lt"/>
              </a:rPr>
              <a:t> 장로는 탱커이자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 err="1">
                <a:latin typeface="+mj-lt"/>
              </a:rPr>
              <a:t>이니시에이터</a:t>
            </a:r>
            <a:r>
              <a:rPr lang="ko-KR" altLang="en-US" sz="1400" dirty="0">
                <a:latin typeface="+mj-lt"/>
              </a:rPr>
              <a:t> 역할을 수행합니다</a:t>
            </a:r>
            <a:r>
              <a:rPr lang="en-US" altLang="ko-KR" sz="1400" dirty="0">
                <a:latin typeface="+mj-lt"/>
              </a:rPr>
              <a:t>.</a:t>
            </a:r>
          </a:p>
          <a:p>
            <a:r>
              <a:rPr lang="ko-KR" altLang="en-US" sz="1400" dirty="0">
                <a:latin typeface="+mj-lt"/>
              </a:rPr>
              <a:t>그동안 단단하게 세력을 지켜온 강한 외형과 튼튼함이 특징이고</a:t>
            </a:r>
            <a:r>
              <a:rPr lang="en-US" altLang="ko-KR" sz="1400" dirty="0">
                <a:latin typeface="+mj-lt"/>
              </a:rPr>
              <a:t>,</a:t>
            </a:r>
          </a:p>
          <a:p>
            <a:r>
              <a:rPr lang="ko-KR" altLang="en-US" sz="1400" dirty="0">
                <a:latin typeface="+mj-lt"/>
              </a:rPr>
              <a:t>이중적 서사가 잘 </a:t>
            </a:r>
            <a:r>
              <a:rPr lang="ko-KR" altLang="en-US" sz="1400" dirty="0" err="1">
                <a:latin typeface="+mj-lt"/>
              </a:rPr>
              <a:t>녹아든</a:t>
            </a:r>
            <a:r>
              <a:rPr lang="ko-KR" altLang="en-US" sz="1400" dirty="0">
                <a:latin typeface="+mj-lt"/>
              </a:rPr>
              <a:t> 능력이 있습니다</a:t>
            </a:r>
            <a:r>
              <a:rPr lang="en-US" altLang="ko-KR" sz="1400" dirty="0">
                <a:latin typeface="+mj-lt"/>
              </a:rPr>
              <a:t>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51B76B4-CD03-A23B-373D-FC870C8D31C9}"/>
              </a:ext>
            </a:extLst>
          </p:cNvPr>
          <p:cNvSpPr/>
          <p:nvPr/>
        </p:nvSpPr>
        <p:spPr>
          <a:xfrm>
            <a:off x="3736109" y="3221283"/>
            <a:ext cx="1302328" cy="7157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목표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898741-8AF4-CF78-D846-2DA59F2AC97D}"/>
              </a:ext>
            </a:extLst>
          </p:cNvPr>
          <p:cNvSpPr txBox="1"/>
          <p:nvPr/>
        </p:nvSpPr>
        <p:spPr>
          <a:xfrm>
            <a:off x="5234773" y="3209827"/>
            <a:ext cx="533030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+mj-lt"/>
              </a:rPr>
              <a:t>궁극적 목표는 장난감들의 공존과 동료들의 생존이며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이를 위해</a:t>
            </a:r>
            <a:endParaRPr lang="en-US" altLang="ko-KR" sz="1400" dirty="0">
              <a:latin typeface="+mj-lt"/>
            </a:endParaRPr>
          </a:p>
          <a:p>
            <a:r>
              <a:rPr lang="ko-KR" altLang="en-US" sz="1400" dirty="0" err="1">
                <a:latin typeface="+mj-lt"/>
              </a:rPr>
              <a:t>할로우</a:t>
            </a:r>
            <a:r>
              <a:rPr lang="ko-KR" altLang="en-US" sz="1400" dirty="0">
                <a:latin typeface="+mj-lt"/>
              </a:rPr>
              <a:t> </a:t>
            </a:r>
            <a:r>
              <a:rPr lang="ko-KR" altLang="en-US" sz="1400" dirty="0" err="1">
                <a:latin typeface="+mj-lt"/>
              </a:rPr>
              <a:t>캐슬의</a:t>
            </a:r>
            <a:r>
              <a:rPr lang="ko-KR" altLang="en-US" sz="1400" dirty="0">
                <a:latin typeface="+mj-lt"/>
              </a:rPr>
              <a:t> 몰락이 주 목표입니다</a:t>
            </a:r>
            <a:r>
              <a:rPr lang="en-US" altLang="ko-KR" sz="1400" dirty="0">
                <a:latin typeface="+mj-lt"/>
              </a:rPr>
              <a:t>.</a:t>
            </a:r>
          </a:p>
          <a:p>
            <a:r>
              <a:rPr lang="ko-KR" altLang="en-US" sz="1400" dirty="0">
                <a:latin typeface="+mj-lt"/>
              </a:rPr>
              <a:t>잃어버린 </a:t>
            </a:r>
            <a:r>
              <a:rPr lang="ko-KR" altLang="en-US" sz="1400" dirty="0" err="1">
                <a:latin typeface="+mj-lt"/>
              </a:rPr>
              <a:t>루키를</a:t>
            </a:r>
            <a:r>
              <a:rPr lang="ko-KR" altLang="en-US" sz="1400" dirty="0">
                <a:latin typeface="+mj-lt"/>
              </a:rPr>
              <a:t> 되찾는 것도 추가적인 목표입니다</a:t>
            </a:r>
            <a:r>
              <a:rPr lang="en-US" altLang="ko-KR" sz="1400" dirty="0">
                <a:latin typeface="+mj-lt"/>
              </a:rPr>
              <a:t>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89E076B-A8D3-B01C-B228-16A109B6D53C}"/>
              </a:ext>
            </a:extLst>
          </p:cNvPr>
          <p:cNvSpPr/>
          <p:nvPr/>
        </p:nvSpPr>
        <p:spPr>
          <a:xfrm>
            <a:off x="3736109" y="4342381"/>
            <a:ext cx="1302328" cy="7157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조력자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F08B0A-AA0D-BCB9-5FE8-9FB0E1D3CD40}"/>
              </a:ext>
            </a:extLst>
          </p:cNvPr>
          <p:cNvSpPr txBox="1"/>
          <p:nvPr/>
        </p:nvSpPr>
        <p:spPr>
          <a:xfrm>
            <a:off x="5228037" y="4223203"/>
            <a:ext cx="58326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latin typeface="+mj-lt"/>
              </a:rPr>
              <a:t>루키</a:t>
            </a:r>
            <a:r>
              <a:rPr lang="ko-KR" altLang="en-US" sz="1400" dirty="0">
                <a:latin typeface="+mj-lt"/>
              </a:rPr>
              <a:t> </a:t>
            </a:r>
            <a:r>
              <a:rPr lang="en-US" altLang="ko-KR" sz="1400" dirty="0">
                <a:latin typeface="+mj-lt"/>
              </a:rPr>
              <a:t>: </a:t>
            </a:r>
            <a:r>
              <a:rPr lang="ko-KR" altLang="en-US" sz="1400" dirty="0" err="1">
                <a:latin typeface="+mj-lt"/>
              </a:rPr>
              <a:t>암습단에게</a:t>
            </a:r>
            <a:r>
              <a:rPr lang="ko-KR" altLang="en-US" sz="1400" dirty="0">
                <a:latin typeface="+mj-lt"/>
              </a:rPr>
              <a:t> 약속을 하여 같은 세력 보호 요청 및 전쟁 합류 </a:t>
            </a:r>
            <a:endParaRPr lang="en-US" altLang="ko-KR" sz="1400" dirty="0">
              <a:latin typeface="+mj-lt"/>
            </a:endParaRPr>
          </a:p>
          <a:p>
            <a:r>
              <a:rPr lang="ko-KR" altLang="en-US" sz="1400" dirty="0" err="1">
                <a:latin typeface="+mj-lt"/>
              </a:rPr>
              <a:t>암습단</a:t>
            </a:r>
            <a:r>
              <a:rPr lang="ko-KR" altLang="en-US" sz="1400" dirty="0">
                <a:latin typeface="+mj-lt"/>
              </a:rPr>
              <a:t> </a:t>
            </a:r>
            <a:r>
              <a:rPr lang="en-US" altLang="ko-KR" sz="1400" dirty="0">
                <a:latin typeface="+mj-lt"/>
              </a:rPr>
              <a:t>: </a:t>
            </a:r>
            <a:r>
              <a:rPr lang="ko-KR" altLang="en-US" sz="1400" dirty="0" err="1">
                <a:latin typeface="+mj-lt"/>
              </a:rPr>
              <a:t>루키의</a:t>
            </a:r>
            <a:r>
              <a:rPr lang="ko-KR" altLang="en-US" sz="1400" dirty="0">
                <a:latin typeface="+mj-lt"/>
              </a:rPr>
              <a:t> 약속을 지키기 위해 도와주러 합류</a:t>
            </a:r>
            <a:endParaRPr lang="en-US" altLang="ko-KR" sz="1400" dirty="0">
              <a:latin typeface="+mj-lt"/>
            </a:endParaRPr>
          </a:p>
          <a:p>
            <a:r>
              <a:rPr lang="ko-KR" altLang="en-US" sz="1400" dirty="0">
                <a:latin typeface="+mj-lt"/>
              </a:rPr>
              <a:t>잭의 복제 </a:t>
            </a:r>
            <a:r>
              <a:rPr lang="en-US" altLang="ko-KR" sz="1400" dirty="0">
                <a:latin typeface="+mj-lt"/>
              </a:rPr>
              <a:t>: </a:t>
            </a:r>
            <a:r>
              <a:rPr lang="ko-KR" altLang="en-US" sz="1400" dirty="0">
                <a:latin typeface="+mj-lt"/>
              </a:rPr>
              <a:t>잭이 </a:t>
            </a:r>
            <a:r>
              <a:rPr lang="en-US" altLang="ko-KR" sz="1400" dirty="0" err="1">
                <a:latin typeface="+mj-lt"/>
              </a:rPr>
              <a:t>remmants</a:t>
            </a:r>
            <a:r>
              <a:rPr lang="ko-KR" altLang="en-US" sz="1400" dirty="0">
                <a:latin typeface="+mj-lt"/>
              </a:rPr>
              <a:t>를 공격하는데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잭을 없애기 위해 잭과 맞섬</a:t>
            </a:r>
            <a:endParaRPr lang="en-US" altLang="ko-KR" sz="1400" dirty="0">
              <a:latin typeface="+mj-lt"/>
            </a:endParaRPr>
          </a:p>
          <a:p>
            <a:r>
              <a:rPr lang="ko-KR" altLang="en-US" sz="1400" dirty="0" err="1">
                <a:latin typeface="+mj-lt"/>
              </a:rPr>
              <a:t>토드와</a:t>
            </a:r>
            <a:r>
              <a:rPr lang="ko-KR" altLang="en-US" sz="1400" dirty="0">
                <a:latin typeface="+mj-lt"/>
              </a:rPr>
              <a:t> 병력 </a:t>
            </a:r>
            <a:r>
              <a:rPr lang="en-US" altLang="ko-KR" sz="1400" dirty="0">
                <a:latin typeface="+mj-lt"/>
              </a:rPr>
              <a:t>: </a:t>
            </a:r>
            <a:r>
              <a:rPr lang="ko-KR" altLang="en-US" sz="1400" dirty="0">
                <a:latin typeface="+mj-lt"/>
              </a:rPr>
              <a:t>든든한 같은 세력의 힘이 되는 존재들</a:t>
            </a:r>
            <a:endParaRPr lang="en-US" altLang="ko-KR" sz="1400" dirty="0">
              <a:latin typeface="+mj-lt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3A2A0DA-105B-FE8C-FCC5-340D18530689}"/>
              </a:ext>
            </a:extLst>
          </p:cNvPr>
          <p:cNvSpPr/>
          <p:nvPr/>
        </p:nvSpPr>
        <p:spPr>
          <a:xfrm>
            <a:off x="3736109" y="5463479"/>
            <a:ext cx="1302328" cy="7157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갈등 해결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1C09AD-6268-8111-B8D3-0A982877BC25}"/>
              </a:ext>
            </a:extLst>
          </p:cNvPr>
          <p:cNvSpPr txBox="1"/>
          <p:nvPr/>
        </p:nvSpPr>
        <p:spPr>
          <a:xfrm>
            <a:off x="5228037" y="5667466"/>
            <a:ext cx="35894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+mj-lt"/>
              </a:rPr>
              <a:t>전쟁의 승리로 인한 장난감들의 </a:t>
            </a:r>
            <a:r>
              <a:rPr lang="ko-KR" altLang="en-US" sz="1400">
                <a:latin typeface="+mj-lt"/>
              </a:rPr>
              <a:t>평화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공존</a:t>
            </a:r>
            <a:endParaRPr lang="en-US" altLang="ko-KR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5984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72C65-E8EB-260C-D7A8-8521CB8CB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637D060-2937-1DF5-B16B-57EA0A0D091F}"/>
              </a:ext>
            </a:extLst>
          </p:cNvPr>
          <p:cNvSpPr/>
          <p:nvPr/>
        </p:nvSpPr>
        <p:spPr>
          <a:xfrm>
            <a:off x="8776795" y="198649"/>
            <a:ext cx="2521528" cy="1154545"/>
          </a:xfrm>
          <a:prstGeom prst="roundRect">
            <a:avLst/>
          </a:prstGeom>
          <a:noFill/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</a:rPr>
              <a:t>주인공</a:t>
            </a:r>
            <a:endParaRPr lang="en-US" altLang="ko-KR" sz="2000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ko-KR" altLang="en-US" sz="2800" b="1" dirty="0" err="1">
                <a:solidFill>
                  <a:schemeClr val="accent2">
                    <a:lumMod val="75000"/>
                  </a:schemeClr>
                </a:solidFill>
              </a:rPr>
              <a:t>테디장로</a:t>
            </a:r>
            <a:endParaRPr lang="ko-KR" alt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그림 4" descr="곰돌이 일러스트 일러스트 | Canva">
            <a:extLst>
              <a:ext uri="{FF2B5EF4-FFF2-40B4-BE49-F238E27FC236}">
                <a16:creationId xmlns:a16="http://schemas.microsoft.com/office/drawing/2014/main" id="{57C23E49-1FD2-54E4-B777-D58AF789A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20732">
            <a:off x="10788553" y="312268"/>
            <a:ext cx="1019539" cy="943537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4229DAE-D6A2-C418-5CE2-467B79812E74}"/>
              </a:ext>
            </a:extLst>
          </p:cNvPr>
          <p:cNvSpPr/>
          <p:nvPr/>
        </p:nvSpPr>
        <p:spPr>
          <a:xfrm>
            <a:off x="277091" y="925961"/>
            <a:ext cx="3333066" cy="82200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중요 키워드</a:t>
            </a:r>
            <a:endParaRPr lang="en-US" altLang="ko-K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ko-KR" altLang="en-US" dirty="0">
                <a:solidFill>
                  <a:srgbClr val="C00000"/>
                </a:solidFill>
              </a:rPr>
              <a:t>이중성</a:t>
            </a:r>
            <a:r>
              <a:rPr lang="en-US" altLang="ko-KR" dirty="0">
                <a:solidFill>
                  <a:srgbClr val="C00000"/>
                </a:solidFill>
              </a:rPr>
              <a:t>, </a:t>
            </a:r>
            <a:r>
              <a:rPr lang="ko-KR" altLang="en-US" dirty="0">
                <a:solidFill>
                  <a:srgbClr val="C00000"/>
                </a:solidFill>
              </a:rPr>
              <a:t>수호자</a:t>
            </a:r>
            <a:r>
              <a:rPr lang="en-US" altLang="ko-KR" dirty="0">
                <a:solidFill>
                  <a:srgbClr val="C00000"/>
                </a:solidFill>
              </a:rPr>
              <a:t>, </a:t>
            </a:r>
            <a:r>
              <a:rPr lang="ko-KR" altLang="en-US" dirty="0">
                <a:solidFill>
                  <a:srgbClr val="C00000"/>
                </a:solidFill>
              </a:rPr>
              <a:t>피 묻은 평화</a:t>
            </a:r>
            <a:endParaRPr lang="en-US" altLang="ko-KR" dirty="0">
              <a:solidFill>
                <a:srgbClr val="C0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73466B3-EFC5-CA4E-726E-1BA882B39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60" y="1988127"/>
            <a:ext cx="2903297" cy="435494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C9F80DA-60FB-1D56-174D-6DB7E9BEAD26}"/>
              </a:ext>
            </a:extLst>
          </p:cNvPr>
          <p:cNvSpPr/>
          <p:nvPr/>
        </p:nvSpPr>
        <p:spPr>
          <a:xfrm>
            <a:off x="3610157" y="1988127"/>
            <a:ext cx="1302328" cy="7157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설정</a:t>
            </a:r>
            <a:endParaRPr lang="en-US" altLang="ko-K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스토리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A82155-3C60-D60F-97F7-CD7137087423}"/>
              </a:ext>
            </a:extLst>
          </p:cNvPr>
          <p:cNvSpPr txBox="1"/>
          <p:nvPr/>
        </p:nvSpPr>
        <p:spPr>
          <a:xfrm>
            <a:off x="5062085" y="1153181"/>
            <a:ext cx="6817017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b="1" dirty="0"/>
              <a:t>기본 설정</a:t>
            </a:r>
            <a:endParaRPr lang="en-US" altLang="ko-KR" sz="1400" b="1" dirty="0"/>
          </a:p>
          <a:p>
            <a:endParaRPr lang="ko-KR" altLang="en-US" sz="1400" dirty="0"/>
          </a:p>
          <a:p>
            <a:r>
              <a:rPr lang="ko-KR" altLang="en-US" sz="1400" b="1" dirty="0"/>
              <a:t>외형과 무기</a:t>
            </a:r>
            <a:r>
              <a:rPr lang="en-US" altLang="ko-KR" sz="1400" b="1" dirty="0"/>
              <a:t>:</a:t>
            </a:r>
            <a:r>
              <a:rPr lang="ko-KR" altLang="en-US" sz="1400" dirty="0"/>
              <a:t> 주인의 어머니 시절부터 존재했던 집안에서 가장 오래된 곰 인형입니다</a:t>
            </a:r>
            <a:r>
              <a:rPr lang="en-US" altLang="ko-KR" sz="1400" dirty="0"/>
              <a:t>. </a:t>
            </a:r>
            <a:r>
              <a:rPr lang="ko-KR" altLang="en-US" sz="1400" dirty="0"/>
              <a:t>몸의 솜이 다 빠져나가고 곳곳이 </a:t>
            </a:r>
            <a:r>
              <a:rPr lang="ko-KR" altLang="en-US" sz="1400" dirty="0" err="1"/>
              <a:t>기워져</a:t>
            </a:r>
            <a:r>
              <a:rPr lang="ko-KR" altLang="en-US" sz="1400" dirty="0"/>
              <a:t> 있으며</a:t>
            </a:r>
            <a:r>
              <a:rPr lang="en-US" altLang="ko-KR" sz="1400" dirty="0"/>
              <a:t>, </a:t>
            </a:r>
            <a:r>
              <a:rPr lang="ko-KR" altLang="en-US" sz="1400" dirty="0"/>
              <a:t>낡은 냄비 뚜껑을 방패로</a:t>
            </a:r>
            <a:r>
              <a:rPr lang="en-US" altLang="ko-KR" sz="1400" dirty="0"/>
              <a:t>, </a:t>
            </a:r>
            <a:r>
              <a:rPr lang="ko-KR" altLang="en-US" sz="1400" dirty="0"/>
              <a:t>녹슨 못을 검으로 사용합니다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b="1" dirty="0"/>
              <a:t>과거의 영웅 </a:t>
            </a:r>
            <a:r>
              <a:rPr lang="en-US" altLang="ko-KR" sz="1400" b="1" dirty="0"/>
              <a:t>(</a:t>
            </a:r>
            <a:r>
              <a:rPr lang="ko-KR" altLang="en-US" sz="1400" b="1" dirty="0" err="1"/>
              <a:t>대분열</a:t>
            </a:r>
            <a:r>
              <a:rPr lang="ko-KR" altLang="en-US" sz="1400" b="1" dirty="0"/>
              <a:t> 사건</a:t>
            </a:r>
            <a:r>
              <a:rPr lang="en-US" altLang="ko-KR" sz="1400" b="1" dirty="0"/>
              <a:t>):</a:t>
            </a:r>
            <a:r>
              <a:rPr lang="ko-KR" altLang="en-US" sz="1400" dirty="0"/>
              <a:t> 과거 </a:t>
            </a:r>
            <a:r>
              <a:rPr lang="en-US" altLang="ko-KR" sz="1400" dirty="0"/>
              <a:t>'</a:t>
            </a:r>
            <a:r>
              <a:rPr lang="ko-KR" altLang="en-US" sz="1400" dirty="0"/>
              <a:t>태엽 왕국</a:t>
            </a:r>
            <a:r>
              <a:rPr lang="en-US" altLang="ko-KR" sz="1400" dirty="0"/>
              <a:t>' </a:t>
            </a:r>
            <a:r>
              <a:rPr lang="ko-KR" altLang="en-US" sz="1400" dirty="0"/>
              <a:t>세력이 왕관 스티커를 독점하기 위해 날카로운 플라스틱 조각으로 장난감들을 공격했을 때</a:t>
            </a:r>
            <a:r>
              <a:rPr lang="en-US" altLang="ko-KR" sz="1400" dirty="0"/>
              <a:t>, </a:t>
            </a:r>
            <a:r>
              <a:rPr lang="ko-KR" altLang="en-US" sz="1400" dirty="0"/>
              <a:t>어린 장난감들을 등 뒤에 숨기고 냄비 뚜껑 하나로 갑작스러운 공격을 막아냈습니다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이 치열한 싸움 속에서 한쪽 눈</a:t>
            </a:r>
            <a:r>
              <a:rPr lang="en-US" altLang="ko-KR" sz="1400" dirty="0"/>
              <a:t>(</a:t>
            </a:r>
            <a:r>
              <a:rPr lang="ko-KR" altLang="en-US" sz="1400" dirty="0"/>
              <a:t>단추</a:t>
            </a:r>
            <a:r>
              <a:rPr lang="en-US" altLang="ko-KR" sz="1400" dirty="0"/>
              <a:t>)</a:t>
            </a:r>
            <a:r>
              <a:rPr lang="ko-KR" altLang="en-US" sz="1400" dirty="0"/>
              <a:t>을 잃었지만</a:t>
            </a:r>
            <a:r>
              <a:rPr lang="en-US" altLang="ko-KR" sz="1400" dirty="0"/>
              <a:t>, </a:t>
            </a:r>
            <a:r>
              <a:rPr lang="ko-KR" altLang="en-US" sz="1400" dirty="0"/>
              <a:t>이 숭고한 희생을 통해 현재의 봉제 인형 군단을 결성할 수 있었습니다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b="1" dirty="0"/>
              <a:t>2. </a:t>
            </a:r>
            <a:r>
              <a:rPr lang="ko-KR" altLang="en-US" sz="1400" b="1" dirty="0"/>
              <a:t>치명적인 비밀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평화를 가장한 </a:t>
            </a:r>
            <a:r>
              <a:rPr lang="en-US" altLang="ko-KR" sz="1400" b="1" dirty="0"/>
              <a:t>'</a:t>
            </a:r>
            <a:r>
              <a:rPr lang="ko-KR" altLang="en-US" sz="1400" b="1" dirty="0"/>
              <a:t>잔혹한 학살자</a:t>
            </a:r>
            <a:r>
              <a:rPr lang="en-US" altLang="ko-KR" sz="1400" b="1" dirty="0"/>
              <a:t>’</a:t>
            </a:r>
          </a:p>
          <a:p>
            <a:endParaRPr lang="ko-KR" altLang="en-US" sz="1400" dirty="0"/>
          </a:p>
          <a:p>
            <a:r>
              <a:rPr lang="ko-KR" altLang="en-US" sz="1400" b="1" dirty="0"/>
              <a:t>이중적인 모습</a:t>
            </a:r>
            <a:r>
              <a:rPr lang="en-US" altLang="ko-KR" sz="1400" b="1" dirty="0"/>
              <a:t>: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테디는</a:t>
            </a:r>
            <a:r>
              <a:rPr lang="ko-KR" altLang="en-US" sz="1400" dirty="0"/>
              <a:t> 평소 동료들에게 </a:t>
            </a:r>
            <a:r>
              <a:rPr lang="en-US" altLang="ko-KR" sz="1400" dirty="0"/>
              <a:t>"</a:t>
            </a:r>
            <a:r>
              <a:rPr lang="ko-KR" altLang="en-US" sz="1400" dirty="0"/>
              <a:t>장난감끼리 서로 돕고 해치면 안 된다</a:t>
            </a:r>
            <a:r>
              <a:rPr lang="en-US" altLang="ko-KR" sz="1400" dirty="0"/>
              <a:t>"</a:t>
            </a:r>
            <a:r>
              <a:rPr lang="ko-KR" altLang="en-US" sz="1400" dirty="0"/>
              <a:t>는 가치관을 가르치며 군단을 지휘합니다</a:t>
            </a:r>
            <a:r>
              <a:rPr lang="en-US" altLang="ko-KR" sz="1400" dirty="0"/>
              <a:t>. </a:t>
            </a:r>
            <a:r>
              <a:rPr lang="ko-KR" altLang="en-US" sz="1400" dirty="0"/>
              <a:t>하지만 실상은 모두가 잠든 밤마다 장롱 깊숙한 곳의 </a:t>
            </a:r>
            <a:r>
              <a:rPr lang="en-US" altLang="ko-KR" sz="1400" dirty="0"/>
              <a:t>'</a:t>
            </a:r>
            <a:r>
              <a:rPr lang="ko-KR" altLang="en-US" sz="1400" dirty="0"/>
              <a:t>잊혀진 장난감 무덤</a:t>
            </a:r>
            <a:r>
              <a:rPr lang="en-US" altLang="ko-KR" sz="1400" dirty="0"/>
              <a:t>'</a:t>
            </a:r>
            <a:r>
              <a:rPr lang="ko-KR" altLang="en-US" sz="1400" dirty="0"/>
              <a:t>으로 몰래 향합니다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b="1" dirty="0"/>
              <a:t>더러운 평화</a:t>
            </a:r>
            <a:r>
              <a:rPr lang="en-US" altLang="ko-KR" sz="1400" b="1" dirty="0"/>
              <a:t>:</a:t>
            </a:r>
            <a:r>
              <a:rPr lang="ko-KR" altLang="en-US" sz="1400" dirty="0"/>
              <a:t> 무덤에서 </a:t>
            </a:r>
            <a:r>
              <a:rPr lang="ko-KR" altLang="en-US" sz="1400" dirty="0" err="1"/>
              <a:t>테디는</a:t>
            </a:r>
            <a:r>
              <a:rPr lang="ko-KR" altLang="en-US" sz="1400" dirty="0"/>
              <a:t> 자아를 잃고 버려진 </a:t>
            </a:r>
            <a:r>
              <a:rPr lang="en-US" altLang="ko-KR" sz="1400" dirty="0"/>
              <a:t>'Scrapped(</a:t>
            </a:r>
            <a:r>
              <a:rPr lang="ko-KR" altLang="en-US" sz="1400" dirty="0"/>
              <a:t>폐기된 것들</a:t>
            </a:r>
            <a:r>
              <a:rPr lang="en-US" altLang="ko-KR" sz="1400" dirty="0"/>
              <a:t>)'</a:t>
            </a:r>
            <a:r>
              <a:rPr lang="ko-KR" altLang="en-US" sz="1400" dirty="0"/>
              <a:t>를 무참히 짓밟고 학살하여 깨끗한 솜과 못 등 생존에 필요한 부품을 강제로 뜯어옵니다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테디의</a:t>
            </a:r>
            <a:r>
              <a:rPr lang="ko-KR" altLang="en-US" sz="1400" dirty="0"/>
              <a:t> 등에 가득한 물린 상처들은 바로 이 무덤에서 </a:t>
            </a:r>
            <a:r>
              <a:rPr lang="en-US" altLang="ko-KR" sz="1400" dirty="0"/>
              <a:t>Scrapped</a:t>
            </a:r>
            <a:r>
              <a:rPr lang="ko-KR" altLang="en-US" sz="1400" dirty="0"/>
              <a:t>들에게 </a:t>
            </a:r>
            <a:r>
              <a:rPr lang="ko-KR" altLang="en-US" sz="1400" dirty="0" err="1"/>
              <a:t>습격당하며</a:t>
            </a:r>
            <a:r>
              <a:rPr lang="ko-KR" altLang="en-US" sz="1400" dirty="0"/>
              <a:t> </a:t>
            </a:r>
            <a:r>
              <a:rPr lang="en-US" altLang="ko-KR" sz="1400" dirty="0"/>
              <a:t>'</a:t>
            </a:r>
            <a:r>
              <a:rPr lang="ko-KR" altLang="en-US" sz="1400" dirty="0"/>
              <a:t>더러운 평화</a:t>
            </a:r>
            <a:r>
              <a:rPr lang="en-US" altLang="ko-KR" sz="1400" dirty="0"/>
              <a:t>'</a:t>
            </a:r>
            <a:r>
              <a:rPr lang="ko-KR" altLang="en-US" sz="1400" dirty="0"/>
              <a:t>를 지켜온 잔혹한 전투의 훈장입니다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b="1" dirty="0"/>
              <a:t>잭과의 은밀한 거래</a:t>
            </a:r>
            <a:r>
              <a:rPr lang="en-US" altLang="ko-KR" sz="1400" b="1" dirty="0"/>
              <a:t>:</a:t>
            </a:r>
            <a:r>
              <a:rPr lang="ko-KR" altLang="en-US" sz="1400" dirty="0"/>
              <a:t> 무덤에서 활동하던 중 괴짜 마법사 </a:t>
            </a:r>
            <a:r>
              <a:rPr lang="en-US" altLang="ko-KR" sz="1400" dirty="0"/>
              <a:t>'</a:t>
            </a:r>
            <a:r>
              <a:rPr lang="ko-KR" altLang="en-US" sz="1400" dirty="0"/>
              <a:t>잭</a:t>
            </a:r>
            <a:r>
              <a:rPr lang="en-US" altLang="ko-KR" sz="1400" dirty="0"/>
              <a:t>'</a:t>
            </a:r>
            <a:r>
              <a:rPr lang="ko-KR" altLang="en-US" sz="1400" dirty="0"/>
              <a:t>에게 자신의 만행을 들켰으나</a:t>
            </a:r>
            <a:r>
              <a:rPr lang="en-US" altLang="ko-KR" sz="1400" dirty="0"/>
              <a:t>, </a:t>
            </a:r>
            <a:r>
              <a:rPr lang="ko-KR" altLang="en-US" sz="1400" dirty="0"/>
              <a:t>오히려 잭에게 신선한 부품을 건네주고 기괴한 강화 장치를 받는 모순된 거래를 이어왔습니다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0625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A59A4-5252-2E16-2119-7445FBBCA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0BC379D-5E52-A9DC-CAEB-9CBB16626546}"/>
              </a:ext>
            </a:extLst>
          </p:cNvPr>
          <p:cNvSpPr/>
          <p:nvPr/>
        </p:nvSpPr>
        <p:spPr>
          <a:xfrm>
            <a:off x="8776795" y="198649"/>
            <a:ext cx="2521528" cy="1154545"/>
          </a:xfrm>
          <a:prstGeom prst="roundRect">
            <a:avLst/>
          </a:prstGeom>
          <a:noFill/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</a:rPr>
              <a:t>주인공</a:t>
            </a:r>
            <a:endParaRPr lang="en-US" altLang="ko-KR" sz="2000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ko-KR" altLang="en-US" sz="2800" b="1" dirty="0" err="1">
                <a:solidFill>
                  <a:schemeClr val="accent2">
                    <a:lumMod val="75000"/>
                  </a:schemeClr>
                </a:solidFill>
              </a:rPr>
              <a:t>테디장로</a:t>
            </a:r>
            <a:endParaRPr lang="ko-KR" alt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그림 4" descr="곰돌이 일러스트 일러스트 | Canva">
            <a:extLst>
              <a:ext uri="{FF2B5EF4-FFF2-40B4-BE49-F238E27FC236}">
                <a16:creationId xmlns:a16="http://schemas.microsoft.com/office/drawing/2014/main" id="{FBDF3B89-79AC-4464-F6B7-903485EA2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20732">
            <a:off x="10788553" y="312268"/>
            <a:ext cx="1019539" cy="943537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CE427E5-3892-D81B-AC28-25EF99EFDABC}"/>
              </a:ext>
            </a:extLst>
          </p:cNvPr>
          <p:cNvSpPr/>
          <p:nvPr/>
        </p:nvSpPr>
        <p:spPr>
          <a:xfrm>
            <a:off x="277091" y="925961"/>
            <a:ext cx="3333066" cy="82200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중요 키워드</a:t>
            </a:r>
            <a:endParaRPr lang="en-US" altLang="ko-K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ko-KR" altLang="en-US" dirty="0">
                <a:solidFill>
                  <a:srgbClr val="C00000"/>
                </a:solidFill>
              </a:rPr>
              <a:t>이중성</a:t>
            </a:r>
            <a:r>
              <a:rPr lang="en-US" altLang="ko-KR" dirty="0">
                <a:solidFill>
                  <a:srgbClr val="C00000"/>
                </a:solidFill>
              </a:rPr>
              <a:t>, </a:t>
            </a:r>
            <a:r>
              <a:rPr lang="ko-KR" altLang="en-US" dirty="0">
                <a:solidFill>
                  <a:srgbClr val="C00000"/>
                </a:solidFill>
              </a:rPr>
              <a:t>수호자</a:t>
            </a:r>
            <a:r>
              <a:rPr lang="en-US" altLang="ko-KR" dirty="0">
                <a:solidFill>
                  <a:srgbClr val="C00000"/>
                </a:solidFill>
              </a:rPr>
              <a:t>, </a:t>
            </a:r>
            <a:r>
              <a:rPr lang="ko-KR" altLang="en-US" dirty="0">
                <a:solidFill>
                  <a:srgbClr val="C00000"/>
                </a:solidFill>
              </a:rPr>
              <a:t>피 묻은 평화</a:t>
            </a:r>
            <a:endParaRPr lang="en-US" altLang="ko-KR" dirty="0">
              <a:solidFill>
                <a:srgbClr val="C0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66834A4-FC1B-0C14-7B49-19A33563C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60" y="1988127"/>
            <a:ext cx="2903297" cy="435494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29A8FC6-5C08-6B39-C18C-DC58A5E94E33}"/>
              </a:ext>
            </a:extLst>
          </p:cNvPr>
          <p:cNvSpPr/>
          <p:nvPr/>
        </p:nvSpPr>
        <p:spPr>
          <a:xfrm>
            <a:off x="3610157" y="1988127"/>
            <a:ext cx="1302328" cy="7157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설정</a:t>
            </a:r>
            <a:endParaRPr lang="en-US" altLang="ko-K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스토리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C7274E-CADA-8324-12E5-0B1ACEBB40E1}"/>
              </a:ext>
            </a:extLst>
          </p:cNvPr>
          <p:cNvSpPr txBox="1"/>
          <p:nvPr/>
        </p:nvSpPr>
        <p:spPr>
          <a:xfrm>
            <a:off x="5173336" y="1120676"/>
            <a:ext cx="6817017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3. </a:t>
            </a:r>
            <a:r>
              <a:rPr lang="ko-KR" altLang="en-US" sz="1400" b="1" dirty="0"/>
              <a:t>루키와의 비극적인 엇갈림</a:t>
            </a:r>
            <a:endParaRPr lang="en-US" altLang="ko-KR" sz="1400" b="1" dirty="0"/>
          </a:p>
          <a:p>
            <a:endParaRPr lang="ko-KR" altLang="en-US" sz="1400" dirty="0"/>
          </a:p>
          <a:p>
            <a:r>
              <a:rPr lang="ko-KR" altLang="en-US" sz="1400" b="1" dirty="0"/>
              <a:t>비밀의 발각</a:t>
            </a:r>
            <a:r>
              <a:rPr lang="en-US" altLang="ko-KR" sz="1400" b="1" dirty="0"/>
              <a:t>: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테디를</a:t>
            </a:r>
            <a:r>
              <a:rPr lang="ko-KR" altLang="en-US" sz="1400" dirty="0"/>
              <a:t> 친아버지처럼 따르며 강한 군사로 성장하던 어린 인형 </a:t>
            </a:r>
            <a:r>
              <a:rPr lang="en-US" altLang="ko-KR" sz="1400" dirty="0"/>
              <a:t>'</a:t>
            </a:r>
            <a:r>
              <a:rPr lang="ko-KR" altLang="en-US" sz="1400" dirty="0" err="1"/>
              <a:t>루키</a:t>
            </a:r>
            <a:r>
              <a:rPr lang="en-US" altLang="ko-KR" sz="1400" dirty="0"/>
              <a:t>'</a:t>
            </a:r>
            <a:r>
              <a:rPr lang="ko-KR" altLang="en-US" sz="1400" dirty="0"/>
              <a:t>가 </a:t>
            </a:r>
            <a:r>
              <a:rPr lang="ko-KR" altLang="en-US" sz="1400" dirty="0" err="1"/>
              <a:t>테디의</a:t>
            </a:r>
            <a:r>
              <a:rPr lang="ko-KR" altLang="en-US" sz="1400" dirty="0"/>
              <a:t> 미심쩍은 외출과 상처를 걱정하여 몰래 뒤를 밟습니다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그리고 무덤에서 잔혹한 학살자가 되어 동족을 해치는 </a:t>
            </a:r>
            <a:r>
              <a:rPr lang="ko-KR" altLang="en-US" sz="1400" dirty="0" err="1"/>
              <a:t>테디의</a:t>
            </a:r>
            <a:r>
              <a:rPr lang="ko-KR" altLang="en-US" sz="1400" dirty="0"/>
              <a:t> 이중성을 목격하게 됩니다</a:t>
            </a:r>
            <a:r>
              <a:rPr lang="en-US" altLang="ko-KR" sz="1400" dirty="0"/>
              <a:t>. *"</a:t>
            </a:r>
            <a:r>
              <a:rPr lang="ko-KR" altLang="en-US" sz="1400" dirty="0"/>
              <a:t>미안하지만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나중에라도</a:t>
            </a:r>
            <a:r>
              <a:rPr lang="ko-KR" altLang="en-US" sz="1400" dirty="0"/>
              <a:t> 도와주러 </a:t>
            </a:r>
            <a:r>
              <a:rPr lang="ko-KR" altLang="en-US" sz="1400" dirty="0" err="1"/>
              <a:t>올게</a:t>
            </a:r>
            <a:r>
              <a:rPr lang="en-US" altLang="ko-KR" sz="1400" dirty="0"/>
              <a:t>. </a:t>
            </a:r>
            <a:r>
              <a:rPr lang="ko-KR" altLang="en-US" sz="1400" dirty="0"/>
              <a:t>지금은 좀 참아줘</a:t>
            </a:r>
            <a:r>
              <a:rPr lang="en-US" altLang="ko-KR" sz="1400" dirty="0"/>
              <a:t>."*</a:t>
            </a:r>
            <a:r>
              <a:rPr lang="ko-KR" altLang="en-US" sz="1400" dirty="0"/>
              <a:t>라며 모순된 눈물을 흘리는 </a:t>
            </a:r>
            <a:r>
              <a:rPr lang="ko-KR" altLang="en-US" sz="1400" dirty="0" err="1"/>
              <a:t>테디의</a:t>
            </a:r>
            <a:r>
              <a:rPr lang="ko-KR" altLang="en-US" sz="1400" dirty="0"/>
              <a:t> 모습에 큰 충격을 받은 </a:t>
            </a:r>
            <a:r>
              <a:rPr lang="ko-KR" altLang="en-US" sz="1400" dirty="0" err="1"/>
              <a:t>루키는</a:t>
            </a:r>
            <a:r>
              <a:rPr lang="ko-KR" altLang="en-US" sz="1400" dirty="0"/>
              <a:t> 혼란스러운 마음을 갖고 고향으로 뛰어가게 됩니다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b="1" dirty="0"/>
              <a:t>4. </a:t>
            </a:r>
            <a:r>
              <a:rPr lang="ko-KR" altLang="en-US" sz="1400" b="1" dirty="0" err="1"/>
              <a:t>루키</a:t>
            </a:r>
            <a:r>
              <a:rPr lang="ko-KR" altLang="en-US" sz="1400" b="1" dirty="0"/>
              <a:t> 추색과 거대한 전쟁의 서막</a:t>
            </a:r>
            <a:endParaRPr lang="en-US" altLang="ko-KR" sz="1400" b="1" dirty="0"/>
          </a:p>
          <a:p>
            <a:endParaRPr lang="ko-KR" altLang="en-US" sz="1400" dirty="0"/>
          </a:p>
          <a:p>
            <a:r>
              <a:rPr lang="ko-KR" altLang="en-US" sz="1400" b="1" dirty="0"/>
              <a:t>추격대 결성 및 실패</a:t>
            </a:r>
            <a:r>
              <a:rPr lang="en-US" altLang="ko-KR" sz="1400" b="1" dirty="0"/>
              <a:t>: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테디는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루키가</a:t>
            </a:r>
            <a:r>
              <a:rPr lang="ko-KR" altLang="en-US" sz="1400" dirty="0"/>
              <a:t> 따라온 것을 꿈에도 모른 채</a:t>
            </a:r>
            <a:r>
              <a:rPr lang="en-US" altLang="ko-KR" sz="1400" dirty="0"/>
              <a:t>, </a:t>
            </a:r>
            <a:r>
              <a:rPr lang="ko-KR" altLang="en-US" sz="1400" dirty="0"/>
              <a:t>돌아왔습니다</a:t>
            </a:r>
            <a:r>
              <a:rPr lang="en-US" altLang="ko-KR" sz="1400" dirty="0"/>
              <a:t>. </a:t>
            </a:r>
          </a:p>
          <a:p>
            <a:r>
              <a:rPr lang="ko-KR" altLang="en-US" sz="1400" dirty="0" err="1"/>
              <a:t>테디는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루키의</a:t>
            </a:r>
            <a:r>
              <a:rPr lang="ko-KR" altLang="en-US" sz="1400" dirty="0"/>
              <a:t> 유무를 곧바로 알게 되었고</a:t>
            </a:r>
            <a:r>
              <a:rPr lang="en-US" altLang="ko-KR" sz="1400" dirty="0"/>
              <a:t>, </a:t>
            </a:r>
            <a:r>
              <a:rPr lang="ko-KR" altLang="en-US" sz="1400" dirty="0"/>
              <a:t>자신의 절대적 맹신자인 행동대장 </a:t>
            </a:r>
            <a:r>
              <a:rPr lang="ko-KR" altLang="en-US" sz="1400" dirty="0" err="1"/>
              <a:t>토드</a:t>
            </a:r>
            <a:r>
              <a:rPr lang="ko-KR" altLang="en-US" sz="1400" dirty="0"/>
              <a:t> 등과 함께 장롱의 깊은 곳으로 뛰어들어 </a:t>
            </a:r>
            <a:r>
              <a:rPr lang="ko-KR" altLang="en-US" sz="1400" dirty="0" err="1"/>
              <a:t>루키를</a:t>
            </a:r>
            <a:r>
              <a:rPr lang="ko-KR" altLang="en-US" sz="1400" dirty="0"/>
              <a:t> 수소문합니다</a:t>
            </a:r>
            <a:r>
              <a:rPr lang="en-US" altLang="ko-KR" sz="1400" dirty="0"/>
              <a:t>. "</a:t>
            </a:r>
            <a:r>
              <a:rPr lang="ko-KR" altLang="en-US" sz="1400" dirty="0"/>
              <a:t>꼭 구해오겠다</a:t>
            </a:r>
            <a:r>
              <a:rPr lang="en-US" altLang="ko-KR" sz="1400" dirty="0"/>
              <a:t>"</a:t>
            </a:r>
            <a:r>
              <a:rPr lang="ko-KR" altLang="en-US" sz="1400" dirty="0"/>
              <a:t>고 맹세했지만</a:t>
            </a:r>
            <a:r>
              <a:rPr lang="en-US" altLang="ko-KR" sz="1400" dirty="0"/>
              <a:t>, </a:t>
            </a:r>
            <a:r>
              <a:rPr lang="ko-KR" altLang="en-US" sz="1400" dirty="0"/>
              <a:t>당시 </a:t>
            </a:r>
            <a:r>
              <a:rPr lang="ko-KR" altLang="en-US" sz="1400" dirty="0" err="1"/>
              <a:t>할로우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캐슬과</a:t>
            </a:r>
            <a:r>
              <a:rPr lang="ko-KR" altLang="en-US" sz="1400" dirty="0"/>
              <a:t> 긴박한 전쟁 상황 탓에 며칠 만에 수색을 멈추고 최전선으로 복귀해야만 했습니다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b="1" dirty="0"/>
              <a:t>맞닥뜨린 운명</a:t>
            </a:r>
            <a:r>
              <a:rPr lang="en-US" altLang="ko-KR" sz="1400" b="1" dirty="0"/>
              <a:t>:</a:t>
            </a:r>
            <a:r>
              <a:rPr lang="ko-KR" altLang="en-US" sz="1400" dirty="0"/>
              <a:t> 복귀 했지만</a:t>
            </a:r>
            <a:r>
              <a:rPr lang="en-US" altLang="ko-KR" sz="1400" dirty="0"/>
              <a:t>, </a:t>
            </a:r>
            <a:r>
              <a:rPr lang="ko-KR" altLang="en-US" sz="1400" dirty="0"/>
              <a:t>설상가상으로 괴짜 마법사 </a:t>
            </a:r>
            <a:r>
              <a:rPr lang="en-US" altLang="ko-KR" sz="1400" dirty="0"/>
              <a:t>‘</a:t>
            </a:r>
            <a:r>
              <a:rPr lang="ko-KR" altLang="en-US" sz="1400" dirty="0"/>
              <a:t>잭</a:t>
            </a:r>
            <a:r>
              <a:rPr lang="en-US" altLang="ko-KR" sz="1400" dirty="0"/>
              <a:t>’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할로우</a:t>
            </a:r>
            <a:r>
              <a:rPr lang="ko-KR" altLang="en-US" sz="1400" dirty="0"/>
              <a:t> 캐슬 합류로 인해 본진이 잭의 압도적인 마법에 밀려 멸망할 위기에 처한 순간</a:t>
            </a:r>
            <a:r>
              <a:rPr lang="en-US" altLang="ko-KR" sz="1400" dirty="0"/>
              <a:t>, </a:t>
            </a:r>
            <a:r>
              <a:rPr lang="ko-KR" altLang="en-US" sz="1400" dirty="0"/>
              <a:t>제</a:t>
            </a:r>
            <a:r>
              <a:rPr lang="en-US" altLang="ko-KR" sz="1400" dirty="0"/>
              <a:t>3</a:t>
            </a:r>
            <a:r>
              <a:rPr lang="ko-KR" altLang="en-US" sz="1400" dirty="0"/>
              <a:t>의 세력인 </a:t>
            </a:r>
            <a:r>
              <a:rPr lang="en-US" altLang="ko-KR" sz="1400" dirty="0"/>
              <a:t>＇</a:t>
            </a:r>
            <a:r>
              <a:rPr lang="ko-KR" altLang="en-US" sz="1400" dirty="0"/>
              <a:t>어둠 </a:t>
            </a:r>
            <a:r>
              <a:rPr lang="ko-KR" altLang="en-US" sz="1400" dirty="0" err="1"/>
              <a:t>습격단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암습단</a:t>
            </a:r>
            <a:r>
              <a:rPr lang="en-US" altLang="ko-KR" sz="1400" dirty="0"/>
              <a:t>)＇</a:t>
            </a:r>
            <a:r>
              <a:rPr lang="ko-KR" altLang="en-US" sz="1400" dirty="0"/>
              <a:t>에게 개조되어 짐승처럼 강해진 </a:t>
            </a:r>
            <a:r>
              <a:rPr lang="ko-KR" altLang="en-US" sz="1400" dirty="0" err="1"/>
              <a:t>루키가</a:t>
            </a:r>
            <a:r>
              <a:rPr lang="ko-KR" altLang="en-US" sz="1400" dirty="0"/>
              <a:t> 나타납니다</a:t>
            </a:r>
            <a:r>
              <a:rPr lang="en-US" altLang="ko-KR" sz="1400" dirty="0"/>
              <a:t>. </a:t>
            </a:r>
            <a:r>
              <a:rPr lang="ko-KR" altLang="en-US" sz="1400" dirty="0"/>
              <a:t>동료들을 구하기 위해 나타난 </a:t>
            </a:r>
            <a:r>
              <a:rPr lang="ko-KR" altLang="en-US" sz="1400" dirty="0" err="1"/>
              <a:t>루키와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루키</a:t>
            </a:r>
            <a:r>
              <a:rPr lang="ko-KR" altLang="en-US" sz="1400" dirty="0"/>
              <a:t> 앞에서 다시는 학살자의 모습을 들키고 싶지 않았던 </a:t>
            </a:r>
            <a:r>
              <a:rPr lang="ko-KR" altLang="en-US" sz="1400" dirty="0" err="1"/>
              <a:t>테디의</a:t>
            </a:r>
            <a:r>
              <a:rPr lang="ko-KR" altLang="en-US" sz="1400" dirty="0"/>
              <a:t> 피할 수 없는 이념적</a:t>
            </a:r>
            <a:r>
              <a:rPr lang="en-US" altLang="ko-KR" sz="1400" dirty="0"/>
              <a:t>, </a:t>
            </a:r>
            <a:r>
              <a:rPr lang="ko-KR" altLang="en-US" sz="1400" dirty="0"/>
              <a:t>물리적 대립이 기다리고 있습니다</a:t>
            </a:r>
            <a:r>
              <a:rPr lang="en-US" altLang="ko-KR" sz="1400" dirty="0"/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F6A0786-2519-AE8D-2640-BDF42CA00CA4}"/>
              </a:ext>
            </a:extLst>
          </p:cNvPr>
          <p:cNvSpPr/>
          <p:nvPr/>
        </p:nvSpPr>
        <p:spPr>
          <a:xfrm>
            <a:off x="3665782" y="5985196"/>
            <a:ext cx="1302328" cy="7157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캐릭터</a:t>
            </a:r>
            <a:endParaRPr lang="en-US" altLang="ko-K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대사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E2149-84BB-9A60-C011-8AD8A03DDEFE}"/>
              </a:ext>
            </a:extLst>
          </p:cNvPr>
          <p:cNvSpPr txBox="1"/>
          <p:nvPr/>
        </p:nvSpPr>
        <p:spPr>
          <a:xfrm>
            <a:off x="5180062" y="6173795"/>
            <a:ext cx="6454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dirty="0"/>
              <a:t>"</a:t>
            </a:r>
            <a:r>
              <a:rPr lang="ko-KR" altLang="en-US" b="1" i="1" dirty="0"/>
              <a:t>내 등 뒤의 </a:t>
            </a:r>
            <a:r>
              <a:rPr lang="ko-KR" altLang="en-US" b="1" i="1" dirty="0">
                <a:solidFill>
                  <a:srgbClr val="C00000"/>
                </a:solidFill>
              </a:rPr>
              <a:t>상처</a:t>
            </a:r>
            <a:r>
              <a:rPr lang="ko-KR" altLang="en-US" b="1" i="1" dirty="0"/>
              <a:t>들</a:t>
            </a:r>
            <a:r>
              <a:rPr lang="en-US" altLang="ko-KR" b="1" i="1" dirty="0"/>
              <a:t>…? </a:t>
            </a:r>
            <a:r>
              <a:rPr lang="ko-KR" altLang="en-US" b="1" i="1" dirty="0"/>
              <a:t>아무것도 아니니 신경 쓰지 </a:t>
            </a:r>
            <a:r>
              <a:rPr lang="ko-KR" altLang="en-US" b="1" i="1" dirty="0" err="1"/>
              <a:t>말거라</a:t>
            </a:r>
            <a:r>
              <a:rPr lang="en-US" altLang="ko-KR" b="1" i="1" dirty="0"/>
              <a:t>."</a:t>
            </a:r>
            <a:endParaRPr lang="en-US" altLang="ko-KR" sz="1400" b="1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52651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8A31E-76C1-E4E8-9B67-7A13A074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D364DF4-364A-6B11-D8F0-5FA960E68E6F}"/>
              </a:ext>
            </a:extLst>
          </p:cNvPr>
          <p:cNvSpPr/>
          <p:nvPr/>
        </p:nvSpPr>
        <p:spPr>
          <a:xfrm>
            <a:off x="4041647" y="326665"/>
            <a:ext cx="2456075" cy="962639"/>
          </a:xfrm>
          <a:prstGeom prst="roundRect">
            <a:avLst/>
          </a:prstGeom>
          <a:noFill/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accent2">
                    <a:lumMod val="75000"/>
                  </a:schemeClr>
                </a:solidFill>
              </a:rPr>
              <a:t>다른 캐릭터</a:t>
            </a:r>
          </a:p>
        </p:txBody>
      </p:sp>
      <p:pic>
        <p:nvPicPr>
          <p:cNvPr id="5" name="그림 4" descr="곰돌이 일러스트 일러스트 | Canva">
            <a:extLst>
              <a:ext uri="{FF2B5EF4-FFF2-40B4-BE49-F238E27FC236}">
                <a16:creationId xmlns:a16="http://schemas.microsoft.com/office/drawing/2014/main" id="{97776886-65E5-EEF6-24BB-129953234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33249">
            <a:off x="6103164" y="672311"/>
            <a:ext cx="1019539" cy="94353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E4DD95B-03E5-11E6-A393-C464AAE9B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" y="2623332"/>
            <a:ext cx="2493264" cy="3739896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6DB413B-88D5-34A5-8AE9-5EBA44ADB346}"/>
              </a:ext>
            </a:extLst>
          </p:cNvPr>
          <p:cNvSpPr/>
          <p:nvPr/>
        </p:nvSpPr>
        <p:spPr>
          <a:xfrm>
            <a:off x="396546" y="1617192"/>
            <a:ext cx="2096411" cy="737087"/>
          </a:xfrm>
          <a:prstGeom prst="roundRect">
            <a:avLst/>
          </a:prstGeom>
          <a:noFill/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 err="1">
                <a:solidFill>
                  <a:schemeClr val="accent2">
                    <a:lumMod val="75000"/>
                  </a:schemeClr>
                </a:solidFill>
              </a:rPr>
              <a:t>루키</a:t>
            </a:r>
            <a:endParaRPr lang="ko-KR" alt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D185456-13A7-CA71-9F25-36FD40A459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4109" y="2623332"/>
            <a:ext cx="2493264" cy="3739896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D923D02-3B66-255F-4D3A-775795510A56}"/>
              </a:ext>
            </a:extLst>
          </p:cNvPr>
          <p:cNvSpPr/>
          <p:nvPr/>
        </p:nvSpPr>
        <p:spPr>
          <a:xfrm>
            <a:off x="3382535" y="1629915"/>
            <a:ext cx="2096411" cy="737087"/>
          </a:xfrm>
          <a:prstGeom prst="roundRect">
            <a:avLst/>
          </a:prstGeom>
          <a:noFill/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accent2">
                    <a:lumMod val="75000"/>
                  </a:schemeClr>
                </a:solidFill>
              </a:rPr>
              <a:t>잭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910C51E-3EA9-E26C-40BE-46217E70F9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5114" y="2623332"/>
            <a:ext cx="2493264" cy="3739896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D850D0B-D4D0-C6EB-17F2-5405FD379E70}"/>
              </a:ext>
            </a:extLst>
          </p:cNvPr>
          <p:cNvSpPr/>
          <p:nvPr/>
        </p:nvSpPr>
        <p:spPr>
          <a:xfrm>
            <a:off x="6403540" y="1627632"/>
            <a:ext cx="2096411" cy="737087"/>
          </a:xfrm>
          <a:prstGeom prst="roundRect">
            <a:avLst/>
          </a:prstGeom>
          <a:noFill/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accent2">
                    <a:lumMod val="75000"/>
                  </a:schemeClr>
                </a:solidFill>
              </a:rPr>
              <a:t>잭 복제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E1E089E7-573C-6E6F-80C0-199941AE55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7354" y="2623332"/>
            <a:ext cx="3012038" cy="3763705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2C37DCD-7A3E-E24F-0B29-773D99B907E2}"/>
              </a:ext>
            </a:extLst>
          </p:cNvPr>
          <p:cNvSpPr/>
          <p:nvPr/>
        </p:nvSpPr>
        <p:spPr>
          <a:xfrm>
            <a:off x="9345167" y="1627630"/>
            <a:ext cx="2096411" cy="737087"/>
          </a:xfrm>
          <a:prstGeom prst="roundRect">
            <a:avLst/>
          </a:prstGeom>
          <a:noFill/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>
                <a:solidFill>
                  <a:schemeClr val="accent2">
                    <a:lumMod val="75000"/>
                  </a:schemeClr>
                </a:solidFill>
              </a:rPr>
              <a:t>치타부</a:t>
            </a:r>
            <a:endParaRPr lang="ko-KR" alt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50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826</Words>
  <Application>Microsoft Office PowerPoint</Application>
  <PresentationFormat>와이드스크린</PresentationFormat>
  <Paragraphs>93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 Sun Joe</dc:creator>
  <cp:lastModifiedBy>MBC</cp:lastModifiedBy>
  <cp:revision>24</cp:revision>
  <dcterms:created xsi:type="dcterms:W3CDTF">2021-10-03T12:37:55Z</dcterms:created>
  <dcterms:modified xsi:type="dcterms:W3CDTF">2026-05-06T09:56:51Z</dcterms:modified>
</cp:coreProperties>
</file>