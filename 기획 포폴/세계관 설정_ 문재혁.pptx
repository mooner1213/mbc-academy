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V4iJ/W4PQhjGW/zR3s8BFLPcl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4408872" y="8382000"/>
            <a:ext cx="743825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F2F2F2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빠른 요약은 맨 뒤 두페이지에 적어두었습니다.</a:t>
            </a:r>
            <a:endParaRPr sz="2800">
              <a:solidFill>
                <a:srgbClr val="F2F2F2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68" y="-762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 txBox="1"/>
          <p:nvPr/>
        </p:nvSpPr>
        <p:spPr>
          <a:xfrm>
            <a:off x="889000" y="2023074"/>
            <a:ext cx="600151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Arial"/>
              <a:buAutoNum type="arabicPeriod"/>
            </a:pPr>
            <a:r>
              <a:rPr b="1" lang="ko-KR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배경: 장롱 깊숙한 곳의 종착지</a:t>
            </a:r>
            <a:endParaRPr b="1" sz="1800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공통의 꿈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모든 장난감은 </a:t>
            </a:r>
            <a:r>
              <a:rPr lang="ko-KR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주인과 놀며 즐거움을 주는 것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존재 이유로 삼습니다.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비극의 시작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주인의 관심에서 멀어져 더 이상 즐거움을 주지 못하게 된 장난감들은 '장롱 속 장난감 상자'에 버려지며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폐기 처분의 공포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를 마주합니다. </a:t>
            </a:r>
            <a:endParaRPr/>
          </a:p>
        </p:txBody>
      </p:sp>
      <p:sp>
        <p:nvSpPr>
          <p:cNvPr id="122" name="Google Shape;122;p8"/>
          <p:cNvSpPr txBox="1"/>
          <p:nvPr/>
        </p:nvSpPr>
        <p:spPr>
          <a:xfrm>
            <a:off x="8490712" y="2084528"/>
            <a:ext cx="714451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2. 갈등의 발단: 왕관 스티커와 생존</a:t>
            </a:r>
            <a:endParaRPr b="1" sz="1800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생존의 증표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주인은 점검 시간마다 자신이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좋아하는 장난감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에게 '</a:t>
            </a:r>
            <a:r>
              <a:rPr lang="ko-KR" sz="18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왕관 스티커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'를 붙여주며, 이 스티커가 없는 장난감은 영원히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버려집니다.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사건의 전환점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어느 날, 주인이 실수로 상자 안에 두고 간 '</a:t>
            </a:r>
            <a:r>
              <a:rPr lang="ko-KR" sz="18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스티커 뭉치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'를 발견하면서, 공존하던 장난감들은 이를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독점하려는 자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와 </a:t>
            </a:r>
            <a:r>
              <a:rPr lang="ko-K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나누려는 자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들로 나뉩니다. </a:t>
            </a:r>
            <a:endParaRPr/>
          </a:p>
        </p:txBody>
      </p:sp>
      <p:sp>
        <p:nvSpPr>
          <p:cNvPr id="123" name="Google Shape;123;p8"/>
          <p:cNvSpPr txBox="1"/>
          <p:nvPr/>
        </p:nvSpPr>
        <p:spPr>
          <a:xfrm>
            <a:off x="889000" y="4953000"/>
            <a:ext cx="7133337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3. 대립하는 두 세력</a:t>
            </a:r>
            <a:endParaRPr b="1" sz="1800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할로우 캐슬 (Hollow Castle)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스티커 뭉치를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강탈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하고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상자 안의 성을 차지한 세력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입니다. 이들은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완벽한 모습만 살아남는다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는 명목하에 다른 장난감들을 </a:t>
            </a:r>
            <a:r>
              <a:rPr lang="ko-K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해체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하여 본인의 몸에 </a:t>
            </a:r>
            <a:r>
              <a:rPr lang="ko-K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이식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하는 사치스럽고 기괴한 방식을 택했습니다.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러스트 레지스턴스 (Rust Resistance)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상자 밑바닥에서 버티는 </a:t>
            </a:r>
            <a:r>
              <a:rPr lang="ko-KR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초라한 장난감들의 연합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입니다. 생존을 위해 어쩔 수 없이 무기를 들었으며,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동료를 해체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하는 대신 </a:t>
            </a:r>
            <a:r>
              <a:rPr lang="ko-KR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스티커를 탈환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하여 모두가 함께 살아남는 미래를 꿈꿉니다. </a:t>
            </a:r>
            <a:endParaRPr/>
          </a:p>
        </p:txBody>
      </p:sp>
      <p:sp>
        <p:nvSpPr>
          <p:cNvPr id="124" name="Google Shape;124;p8"/>
          <p:cNvSpPr txBox="1"/>
          <p:nvPr/>
        </p:nvSpPr>
        <p:spPr>
          <a:xfrm>
            <a:off x="8666988" y="5783996"/>
            <a:ext cx="6791960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4. 결론: 피할 수 없는 전쟁</a:t>
            </a:r>
            <a:endParaRPr b="1" sz="1800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처절한 생존 투쟁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상품 가치가 떨어지면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(부서지면) </a:t>
            </a:r>
            <a:r>
              <a:rPr lang="ko-K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버려진다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는 것을 알기에, 장난감들은 </a:t>
            </a:r>
            <a:r>
              <a:rPr lang="ko-KR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역설적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으로 살아남기 위해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상대를 파괴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하고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스티커를 뺏어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야만 하는 </a:t>
            </a:r>
            <a:r>
              <a:rPr lang="ko-KR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비극적인 전쟁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에 돌입합니다.</a:t>
            </a:r>
            <a:endParaRPr/>
          </a:p>
        </p:txBody>
      </p:sp>
      <p:sp>
        <p:nvSpPr>
          <p:cNvPr id="125" name="Google Shape;125;p8"/>
          <p:cNvSpPr txBox="1"/>
          <p:nvPr/>
        </p:nvSpPr>
        <p:spPr>
          <a:xfrm>
            <a:off x="4209543" y="927443"/>
            <a:ext cx="76255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이해 안될 부분을 위한 세계관 추가 설명입니다.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68" y="-762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9"/>
          <p:cNvSpPr txBox="1"/>
          <p:nvPr/>
        </p:nvSpPr>
        <p:spPr>
          <a:xfrm>
            <a:off x="5222114" y="914080"/>
            <a:ext cx="475665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스토리 과거 요약 설명입니다.</a:t>
            </a:r>
            <a:endParaRPr/>
          </a:p>
        </p:txBody>
      </p:sp>
      <p:sp>
        <p:nvSpPr>
          <p:cNvPr id="132" name="Google Shape;132;p9"/>
          <p:cNvSpPr txBox="1"/>
          <p:nvPr/>
        </p:nvSpPr>
        <p:spPr>
          <a:xfrm>
            <a:off x="965200" y="1995100"/>
            <a:ext cx="57912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Arial"/>
              <a:buAutoNum type="arabicPeriod"/>
            </a:pPr>
            <a:r>
              <a:rPr b="1" lang="ko-KR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평화로웠던 상자 안의 공동체</a:t>
            </a:r>
            <a:endParaRPr b="1" sz="1800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과거 장난감 상자 안의 장난감들은 서로를 돕고 수선해주며 </a:t>
            </a:r>
            <a:r>
              <a:rPr lang="ko-KR" sz="18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평화롭게 공존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했습니다.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비록 언제 버려질지 모른다는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공포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는 있었으나, 그들은 '함께 살아남고 행복하자'는 마음으로 주인의 사랑을 기다리던 </a:t>
            </a:r>
            <a:r>
              <a:rPr lang="ko-KR" sz="18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연대 관계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였습니다. </a:t>
            </a:r>
            <a:endParaRPr/>
          </a:p>
        </p:txBody>
      </p:sp>
      <p:sp>
        <p:nvSpPr>
          <p:cNvPr id="133" name="Google Shape;133;p9"/>
          <p:cNvSpPr txBox="1"/>
          <p:nvPr/>
        </p:nvSpPr>
        <p:spPr>
          <a:xfrm>
            <a:off x="8356600" y="1995100"/>
            <a:ext cx="57912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2. 사건의 발단: '왕관 스티커' 뭉치의 발견</a:t>
            </a:r>
            <a:endParaRPr b="1" sz="1800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어느 날, 장난감 상자 점검 중 주인이 실수로 </a:t>
            </a:r>
            <a:r>
              <a:rPr lang="ko-KR" sz="1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왕관 스티커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 잔뜩 붙은 종이를 상자 안에 두고 가는 사건이 발생합니다.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장난감들은 이제 모두가 한동안 폐기 처분의 공포 없이 </a:t>
            </a:r>
            <a:r>
              <a:rPr lang="ko-KR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살아남을 수 있을 것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이라며 환호하고 기뻐했습니다. </a:t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818642" y="5398376"/>
            <a:ext cx="692835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3. 배신의 순간: '할로우 캐슬'의 탄생</a:t>
            </a:r>
            <a:endParaRPr b="1" sz="1800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하지만 </a:t>
            </a:r>
            <a:r>
              <a:rPr lang="ko-KR" sz="18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즐거움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 오래가지 않았습니다. 지금의 '할로우 캐슬' 세력이 된 이들은 그 스티커를 독점하기 위해 </a:t>
            </a:r>
            <a:r>
              <a:rPr lang="ko-KR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날카로운 플라스틱 조각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무기 삼아 다른 장난감들을 위협하며 </a:t>
            </a:r>
            <a:r>
              <a:rPr lang="ko-KR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스티커를 가로챘습니다.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그들은 항의하는 장난감들을 가차 없이 </a:t>
            </a:r>
            <a:r>
              <a:rPr lang="ko-K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해체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하고, 그들의 좋은 부품만을 빼앗아 자신들의 몸을 고치는 </a:t>
            </a:r>
            <a:r>
              <a:rPr lang="ko-K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잔인함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보였습니다. </a:t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8173467" y="5424100"/>
            <a:ext cx="665937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Arial"/>
              <a:buNone/>
            </a:pPr>
            <a:r>
              <a:rPr b="1" lang="ko-KR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4. 비극의 고착: 돌이킬 수 없는 증오</a:t>
            </a:r>
            <a:endParaRPr b="1" sz="1800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 사건을 계기로 상자는 '화려하게 개조된 배신자들'과 '상처 입고 버림받은 저항군'으로 </a:t>
            </a:r>
            <a:r>
              <a:rPr lang="ko-K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갈라졌습니다.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함께 행복하자던 과거의 맹세는 사라지고, 이제는 상대의 스티커를 뺏거나 창고를 파괴해야만 내가 살아남는 </a:t>
            </a:r>
            <a:r>
              <a:rPr lang="ko-K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잔혹한 전쟁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만이 남게 되었습니다.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MBC</dc:creator>
</cp:coreProperties>
</file>