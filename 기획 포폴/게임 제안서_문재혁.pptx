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2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B68E2-DB4B-44F1-842B-D16A336566E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A4DFD-C2AE-4908-B1DF-CA160E0F53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1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A4DFD-C2AE-4908-B1DF-CA160E0F53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77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A4DFD-C2AE-4908-B1DF-CA160E0F53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6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6DAE2-0981-9939-63F1-B5D28ADE8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9447FD-B73A-B2F4-4E5F-2F592C15C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71145-61E6-BB3E-D25E-7D7052DB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03CC7-85D8-9F4E-5DD2-4F8511BA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62DD3-ABC4-2B3A-45FD-2D372624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9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BB0B1-3AFF-FE50-0372-736D88E7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FE10E-FA65-4091-D702-422A5713B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4FBED-CD34-A1F0-E384-2B283475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DE4A0-5879-9877-901E-E516B00C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06EA9-4C87-3FD2-666A-0B98A3D6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64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FF1C9-A50C-7D64-A86A-722DDAE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9F3635-DBD7-D116-CBA4-5971A999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5E7185-6553-3451-CB39-2B14BB7C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D521E-EF58-7EA9-B6B8-8FDF27C6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C28826-C9BA-D3FF-0043-47735DE5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10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40C5C-F8EA-DB1C-92A0-484E2FEE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6AA36F-445E-2FF2-ABC4-3A98CAA03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084A4F-5917-E7A9-E949-B03BEEA7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F8B3FB-D9B7-FDF8-388C-24C18393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01F71B-E552-EA42-43DD-8667F59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F99E9-859E-D77C-66AE-331243A9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31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D246E-90CF-D14E-52B7-9F518F21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E16C95-EA8D-7E2A-E253-CA5D11FB6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47A5CA-4AB5-B9DC-4B1E-DCD7D0E78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0829B5-9525-88E0-6EC8-0F3ABD355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FE8F2F-50A6-6553-27AE-E4DE4AEB3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CCAEF6-5119-D8D6-83F1-406EC6A8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A2F693-1CC3-B7FF-1E82-6D4363F7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375C69-672C-124B-FEF8-C62147A8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18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E093-9D92-F2DB-73BB-4EA02166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F38354-3113-E549-7B7D-BA8E7277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31E7FD-896C-3364-C114-4C0722BA3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15604A-486C-9C25-0795-ED40F0B4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9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95CF34-B9DB-73E8-7890-6FD2B4CE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8BDE-F700-12EA-AA44-BBA300C8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E291F-9E5D-2B9F-3FAC-8343938D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45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E8192-3618-29E5-F2A0-9EFEC36B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A455C7-3540-978D-8102-4F2C8BFCF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AC4ECF-157B-C31F-9253-A13296346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453BB7-604D-6ABE-A9DC-A41CF693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756A8A-9F19-F3EC-2D73-7C7877B0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1BE3D3-8C8A-ADCC-6631-3B76A840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58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8B3BC-EC35-FD48-4B00-3A5965A2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C168CC-F8E2-D0EF-DB36-C44B29E3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4781F6-0E49-5E3B-9E46-964FC6FDD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0F4D71-5096-F19B-DBE0-A8604FF0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86108D-B8A7-5AED-9ADA-6B416611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3D43F9-D647-B58D-C0A7-D9415E9C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60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DD190-AA1B-2207-765F-F0194E31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C9FA5F-A638-20BC-463E-40122EB8A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39733-CFE5-F91F-A835-9A21C14B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55760-5B55-0132-7417-3F0AC177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AC053-21F6-E1AB-5755-4265EB36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80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442D62-102E-15D7-DDF2-DD86180A8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6E21F0-0C6A-DE23-3DEB-25D47A611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FE5A7-9670-E8DB-B7DB-DAFC4843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95C66-1749-9FA9-12A0-9B91EB1E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54019-FC25-4106-616D-C8FB43C5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99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3FF1BA-4CE5-414B-0700-2DE670BE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289D9-C812-C8D1-27C2-F80D2FE67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1EAB6-234C-A6E4-46AE-74ACD0A03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1AAD2-2E14-4CBD-BDA7-1E940D215B65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90AD7-E3E8-082C-7342-55DDC6737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268EA9-8E04-35E3-657C-88F6EE3E9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8EA61-A1D2-4158-88FC-05400DCD7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05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tudio/apps/2907321c-b0ec-4cdb-8dbc-acf6e9a6489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D5168-DBF0-0789-39C5-4EA1621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FFC6A2-8893-04AF-720C-4B6F4B975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AutoShape 2" descr="우주복을 입은 비버 캐릭터와 '우주 청소부 비버' 게임 타이틀이 포함된 메인 화면 슬라이드입니다.">
            <a:extLst>
              <a:ext uri="{FF2B5EF4-FFF2-40B4-BE49-F238E27FC236}">
                <a16:creationId xmlns:a16="http://schemas.microsoft.com/office/drawing/2014/main" id="{972C4AF3-5357-DBC7-33EC-874EF369B3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57A629-B225-E854-1F02-1997499E1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1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C2AA-1B56-BE46-B81D-DEF322B4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14DC2-03FF-EC29-7522-034AFA1E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67AF8B-A4C7-8237-E5C2-35C9F9A0C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4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3A66BC5-6672-76AD-9623-6421C9F4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3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CE8A288-46CF-7EA7-3139-09C47124E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6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C14782-4A70-01D5-3420-CE95AF70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4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01D6D-CE39-4198-D301-6E88E88E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A808E5-ABE8-59DA-9046-A028F13D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3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B53F-76EE-FDF3-5E31-061C12BB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FAE32-7527-C161-EAD7-B2E8480E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098CD-5D5A-9D4D-55EB-646EE41B0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AutoShape 2" descr="우주복을 입은 비버 캐릭터와 '우주 청소부 비버' 게임 타이틀이 포함된 메인 화면 슬라이드입니다.">
            <a:extLst>
              <a:ext uri="{FF2B5EF4-FFF2-40B4-BE49-F238E27FC236}">
                <a16:creationId xmlns:a16="http://schemas.microsoft.com/office/drawing/2014/main" id="{BF73C634-093F-0135-99F8-877A3818C4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B9DC9D-D657-4A90-D1C7-A0DBBD018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</p:spPr>
      </p:pic>
      <p:sp>
        <p:nvSpPr>
          <p:cNvPr id="5" name="사각형: 둥근 모서리 4">
            <a:hlinkClick r:id="rId3"/>
            <a:extLst>
              <a:ext uri="{FF2B5EF4-FFF2-40B4-BE49-F238E27FC236}">
                <a16:creationId xmlns:a16="http://schemas.microsoft.com/office/drawing/2014/main" id="{8CAB620A-0699-E10A-3613-30C05C113555}"/>
              </a:ext>
            </a:extLst>
          </p:cNvPr>
          <p:cNvSpPr/>
          <p:nvPr/>
        </p:nvSpPr>
        <p:spPr>
          <a:xfrm>
            <a:off x="8164946" y="3919755"/>
            <a:ext cx="2791691" cy="1117600"/>
          </a:xfrm>
          <a:prstGeom prst="round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게임 시작</a:t>
            </a:r>
          </a:p>
        </p:txBody>
      </p:sp>
    </p:spTree>
    <p:extLst>
      <p:ext uri="{BB962C8B-B14F-4D97-AF65-F5344CB8AC3E}">
        <p14:creationId xmlns:p14="http://schemas.microsoft.com/office/powerpoint/2010/main" val="362364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와이드스크린</PresentationFormat>
  <Paragraphs>3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MBC</dc:creator>
  <cp:lastModifiedBy>MBC</cp:lastModifiedBy>
  <cp:revision>1</cp:revision>
  <dcterms:created xsi:type="dcterms:W3CDTF">2026-04-24T07:18:23Z</dcterms:created>
  <dcterms:modified xsi:type="dcterms:W3CDTF">2026-04-24T07:29:34Z</dcterms:modified>
</cp:coreProperties>
</file>